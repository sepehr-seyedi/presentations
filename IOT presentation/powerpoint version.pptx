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6"/>
  </p:notesMasterIdLst>
  <p:sldIdLst>
    <p:sldId id="257" r:id="rId2"/>
    <p:sldId id="268" r:id="rId3"/>
    <p:sldId id="256" r:id="rId4"/>
    <p:sldId id="258" r:id="rId5"/>
    <p:sldId id="269" r:id="rId6"/>
    <p:sldId id="271" r:id="rId7"/>
    <p:sldId id="272" r:id="rId8"/>
    <p:sldId id="260" r:id="rId9"/>
    <p:sldId id="261" r:id="rId10"/>
    <p:sldId id="262" r:id="rId11"/>
    <p:sldId id="273" r:id="rId12"/>
    <p:sldId id="286" r:id="rId13"/>
    <p:sldId id="287" r:id="rId14"/>
    <p:sldId id="288" r:id="rId15"/>
    <p:sldId id="291" r:id="rId16"/>
    <p:sldId id="292" r:id="rId17"/>
    <p:sldId id="293" r:id="rId18"/>
    <p:sldId id="294" r:id="rId19"/>
    <p:sldId id="282" r:id="rId20"/>
    <p:sldId id="280" r:id="rId21"/>
    <p:sldId id="276" r:id="rId22"/>
    <p:sldId id="297" r:id="rId23"/>
    <p:sldId id="275" r:id="rId24"/>
    <p:sldId id="29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92" d="100"/>
          <a:sy n="92" d="100"/>
        </p:scale>
        <p:origin x="29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D45A72-4F96-4391-B08C-896F6A2CB350}" type="doc">
      <dgm:prSet loTypeId="urn:microsoft.com/office/officeart/2005/8/layout/lProcess3" loCatId="process" qsTypeId="urn:microsoft.com/office/officeart/2005/8/quickstyle/3d3" qsCatId="3D" csTypeId="urn:microsoft.com/office/officeart/2005/8/colors/accent2_2" csCatId="accent2" phldr="1"/>
      <dgm:spPr/>
      <dgm:t>
        <a:bodyPr/>
        <a:lstStyle/>
        <a:p>
          <a:endParaRPr lang="en-US"/>
        </a:p>
      </dgm:t>
    </dgm:pt>
    <dgm:pt modelId="{03413901-6C74-4650-9131-4A54C355A77E}">
      <dgm:prSet phldrT="[Text]"/>
      <dgm:spPr/>
      <dgm:t>
        <a:bodyPr/>
        <a:lstStyle/>
        <a:p>
          <a:r>
            <a:rPr lang="en-US" dirty="0"/>
            <a:t>IOT</a:t>
          </a:r>
        </a:p>
      </dgm:t>
    </dgm:pt>
    <dgm:pt modelId="{526C618E-3E7B-4A4A-9FDF-6824453997B2}" type="parTrans" cxnId="{CD706877-0095-49A8-AAAB-AB0672FB421D}">
      <dgm:prSet/>
      <dgm:spPr/>
      <dgm:t>
        <a:bodyPr/>
        <a:lstStyle/>
        <a:p>
          <a:endParaRPr lang="en-US"/>
        </a:p>
      </dgm:t>
    </dgm:pt>
    <dgm:pt modelId="{BAD36937-5304-433E-8EC9-134AB0E32A62}" type="sibTrans" cxnId="{CD706877-0095-49A8-AAAB-AB0672FB421D}">
      <dgm:prSet/>
      <dgm:spPr/>
      <dgm:t>
        <a:bodyPr/>
        <a:lstStyle/>
        <a:p>
          <a:endParaRPr lang="en-US"/>
        </a:p>
      </dgm:t>
    </dgm:pt>
    <dgm:pt modelId="{09663CA4-CDEE-4538-90D9-63C2CC19EF29}">
      <dgm:prSet phldrT="[Text]"/>
      <dgm:spPr>
        <a:solidFill>
          <a:schemeClr val="accent6">
            <a:lumMod val="60000"/>
            <a:lumOff val="40000"/>
            <a:alpha val="90000"/>
          </a:schemeClr>
        </a:solidFill>
      </dgm:spPr>
      <dgm:t>
        <a:bodyPr/>
        <a:lstStyle/>
        <a:p>
          <a:r>
            <a:rPr lang="fa-IR" dirty="0"/>
            <a:t>رد یابی</a:t>
          </a:r>
          <a:endParaRPr lang="en-US" dirty="0"/>
        </a:p>
      </dgm:t>
    </dgm:pt>
    <dgm:pt modelId="{069A3E2F-81E8-46DF-B8BD-BA87DBEAE0EA}" type="parTrans" cxnId="{A78C3443-7C37-4D5E-99D3-760609CE7D84}">
      <dgm:prSet/>
      <dgm:spPr/>
      <dgm:t>
        <a:bodyPr/>
        <a:lstStyle/>
        <a:p>
          <a:endParaRPr lang="en-US"/>
        </a:p>
      </dgm:t>
    </dgm:pt>
    <dgm:pt modelId="{397592C8-C9A6-48C6-A35E-7AF8EA679F60}" type="sibTrans" cxnId="{A78C3443-7C37-4D5E-99D3-760609CE7D84}">
      <dgm:prSet/>
      <dgm:spPr/>
      <dgm:t>
        <a:bodyPr/>
        <a:lstStyle/>
        <a:p>
          <a:endParaRPr lang="en-US"/>
        </a:p>
      </dgm:t>
    </dgm:pt>
    <dgm:pt modelId="{0DC7A772-BC96-4A0A-B223-2A51B77CD186}">
      <dgm:prSet phldrT="[Text]"/>
      <dgm:spPr>
        <a:solidFill>
          <a:schemeClr val="bg2">
            <a:alpha val="90000"/>
          </a:schemeClr>
        </a:solidFill>
      </dgm:spPr>
      <dgm:t>
        <a:bodyPr/>
        <a:lstStyle/>
        <a:p>
          <a:r>
            <a:rPr lang="fa-IR" dirty="0"/>
            <a:t>تکامل طراحی</a:t>
          </a:r>
          <a:endParaRPr lang="en-US" dirty="0"/>
        </a:p>
      </dgm:t>
    </dgm:pt>
    <dgm:pt modelId="{A0374F70-90AE-4D23-861E-6FBB77C400ED}" type="parTrans" cxnId="{931E5AB2-EA76-417B-86BF-70F59C564506}">
      <dgm:prSet/>
      <dgm:spPr/>
      <dgm:t>
        <a:bodyPr/>
        <a:lstStyle/>
        <a:p>
          <a:endParaRPr lang="en-US"/>
        </a:p>
      </dgm:t>
    </dgm:pt>
    <dgm:pt modelId="{A2F4E834-C754-460B-8B9C-5D778FC61867}" type="sibTrans" cxnId="{931E5AB2-EA76-417B-86BF-70F59C564506}">
      <dgm:prSet/>
      <dgm:spPr/>
      <dgm:t>
        <a:bodyPr/>
        <a:lstStyle/>
        <a:p>
          <a:endParaRPr lang="en-US"/>
        </a:p>
      </dgm:t>
    </dgm:pt>
    <dgm:pt modelId="{A702EB33-1EFF-4013-892A-AD1E05595BAF}">
      <dgm:prSet phldrT="[Text]"/>
      <dgm:spPr>
        <a:solidFill>
          <a:srgbClr val="FFFF00">
            <a:alpha val="90000"/>
          </a:srgbClr>
        </a:solidFill>
      </dgm:spPr>
      <dgm:t>
        <a:bodyPr/>
        <a:lstStyle/>
        <a:p>
          <a:r>
            <a:rPr lang="fa-IR" dirty="0"/>
            <a:t>بهینه سازی</a:t>
          </a:r>
          <a:endParaRPr lang="en-US" dirty="0"/>
        </a:p>
      </dgm:t>
    </dgm:pt>
    <dgm:pt modelId="{2EDB2772-8E3A-4592-A66B-618821A6065F}" type="parTrans" cxnId="{2BC7D5C8-4694-4CEC-A8FA-A5B63EAB2BCF}">
      <dgm:prSet/>
      <dgm:spPr/>
      <dgm:t>
        <a:bodyPr/>
        <a:lstStyle/>
        <a:p>
          <a:endParaRPr lang="en-US"/>
        </a:p>
      </dgm:t>
    </dgm:pt>
    <dgm:pt modelId="{5E9C344A-41A5-41EA-BFCD-69CF2BED740A}" type="sibTrans" cxnId="{2BC7D5C8-4694-4CEC-A8FA-A5B63EAB2BCF}">
      <dgm:prSet/>
      <dgm:spPr/>
      <dgm:t>
        <a:bodyPr/>
        <a:lstStyle/>
        <a:p>
          <a:endParaRPr lang="en-US"/>
        </a:p>
      </dgm:t>
    </dgm:pt>
    <dgm:pt modelId="{2E597E4C-59C9-43F8-8D97-44022FAF4564}">
      <dgm:prSet phldrT="[Text]"/>
      <dgm:spPr/>
      <dgm:t>
        <a:bodyPr/>
        <a:lstStyle/>
        <a:p>
          <a:r>
            <a:rPr lang="fa-IR" dirty="0"/>
            <a:t>بهبود عملکرد </a:t>
          </a:r>
          <a:r>
            <a:rPr lang="en-US" dirty="0"/>
            <a:t>CBM</a:t>
          </a:r>
        </a:p>
      </dgm:t>
    </dgm:pt>
    <dgm:pt modelId="{B60009EC-1F06-403E-BAC0-A68ADAFD68E7}" type="parTrans" cxnId="{1AD9AEB7-495B-4D9B-9159-DFC8E6C96FD4}">
      <dgm:prSet/>
      <dgm:spPr/>
      <dgm:t>
        <a:bodyPr/>
        <a:lstStyle/>
        <a:p>
          <a:endParaRPr lang="en-US"/>
        </a:p>
      </dgm:t>
    </dgm:pt>
    <dgm:pt modelId="{A16B5ECF-7E0D-43FE-ABAC-E1F287BB10D1}" type="sibTrans" cxnId="{1AD9AEB7-495B-4D9B-9159-DFC8E6C96FD4}">
      <dgm:prSet/>
      <dgm:spPr/>
      <dgm:t>
        <a:bodyPr/>
        <a:lstStyle/>
        <a:p>
          <a:endParaRPr lang="en-US"/>
        </a:p>
      </dgm:t>
    </dgm:pt>
    <dgm:pt modelId="{9EE74C26-7BA1-4D38-98CA-C73806DDC916}">
      <dgm:prSet phldrT="[Text]"/>
      <dgm:spPr>
        <a:solidFill>
          <a:schemeClr val="bg2">
            <a:lumMod val="75000"/>
            <a:alpha val="90000"/>
          </a:schemeClr>
        </a:solidFill>
      </dgm:spPr>
      <dgm:t>
        <a:bodyPr/>
        <a:lstStyle/>
        <a:p>
          <a:r>
            <a:rPr lang="fa-IR" dirty="0"/>
            <a:t>نظارت</a:t>
          </a:r>
          <a:endParaRPr lang="en-US" dirty="0"/>
        </a:p>
      </dgm:t>
    </dgm:pt>
    <dgm:pt modelId="{98D4A577-3AC8-4EE7-9413-6F2DC9D1844C}" type="sibTrans" cxnId="{3692DBA3-6991-4230-8080-9530658872B1}">
      <dgm:prSet/>
      <dgm:spPr/>
      <dgm:t>
        <a:bodyPr/>
        <a:lstStyle/>
        <a:p>
          <a:endParaRPr lang="en-US"/>
        </a:p>
      </dgm:t>
    </dgm:pt>
    <dgm:pt modelId="{AABDA6EE-9C03-4C76-820B-844663ED8964}" type="parTrans" cxnId="{3692DBA3-6991-4230-8080-9530658872B1}">
      <dgm:prSet/>
      <dgm:spPr/>
      <dgm:t>
        <a:bodyPr/>
        <a:lstStyle/>
        <a:p>
          <a:endParaRPr lang="en-US"/>
        </a:p>
      </dgm:t>
    </dgm:pt>
    <dgm:pt modelId="{AE70915A-E27C-4562-9C9B-F8BCE514DC3E}" type="pres">
      <dgm:prSet presAssocID="{4DD45A72-4F96-4391-B08C-896F6A2CB350}" presName="Name0" presStyleCnt="0">
        <dgm:presLayoutVars>
          <dgm:chPref val="3"/>
          <dgm:dir val="rev"/>
          <dgm:animLvl val="lvl"/>
          <dgm:resizeHandles/>
        </dgm:presLayoutVars>
      </dgm:prSet>
      <dgm:spPr/>
    </dgm:pt>
    <dgm:pt modelId="{09092121-3E64-4F25-B052-8659B8A81AD4}" type="pres">
      <dgm:prSet presAssocID="{03413901-6C74-4650-9131-4A54C355A77E}" presName="horFlow" presStyleCnt="0"/>
      <dgm:spPr/>
    </dgm:pt>
    <dgm:pt modelId="{3FE16DF9-ED7F-4449-B34D-8B49647392E6}" type="pres">
      <dgm:prSet presAssocID="{03413901-6C74-4650-9131-4A54C355A77E}" presName="bigChev" presStyleLbl="node1" presStyleIdx="0" presStyleCnt="1"/>
      <dgm:spPr/>
    </dgm:pt>
    <dgm:pt modelId="{19E576B1-8BF7-4C30-AD0A-54A4BC274A01}" type="pres">
      <dgm:prSet presAssocID="{AABDA6EE-9C03-4C76-820B-844663ED8964}" presName="parTrans" presStyleCnt="0"/>
      <dgm:spPr/>
    </dgm:pt>
    <dgm:pt modelId="{46C47C9E-9E79-4309-AF84-6607328D3131}" type="pres">
      <dgm:prSet presAssocID="{9EE74C26-7BA1-4D38-98CA-C73806DDC916}" presName="node" presStyleLbl="alignAccFollowNode1" presStyleIdx="0" presStyleCnt="5" custLinFactNeighborX="-7948" custLinFactNeighborY="1610">
        <dgm:presLayoutVars>
          <dgm:bulletEnabled val="1"/>
        </dgm:presLayoutVars>
      </dgm:prSet>
      <dgm:spPr/>
    </dgm:pt>
    <dgm:pt modelId="{9A0EAE69-B0F4-4797-B838-E91DBF9B4407}" type="pres">
      <dgm:prSet presAssocID="{98D4A577-3AC8-4EE7-9413-6F2DC9D1844C}" presName="sibTrans" presStyleCnt="0"/>
      <dgm:spPr/>
    </dgm:pt>
    <dgm:pt modelId="{6A48D950-B2F4-41B7-B1E8-25B552B852E9}" type="pres">
      <dgm:prSet presAssocID="{09663CA4-CDEE-4538-90D9-63C2CC19EF29}" presName="node" presStyleLbl="alignAccFollowNode1" presStyleIdx="1" presStyleCnt="5" custLinFactNeighborX="-7685" custLinFactNeighborY="4112">
        <dgm:presLayoutVars>
          <dgm:bulletEnabled val="1"/>
        </dgm:presLayoutVars>
      </dgm:prSet>
      <dgm:spPr/>
    </dgm:pt>
    <dgm:pt modelId="{218914B6-4CE8-43ED-9E12-C46A9767EBEE}" type="pres">
      <dgm:prSet presAssocID="{397592C8-C9A6-48C6-A35E-7AF8EA679F60}" presName="sibTrans" presStyleCnt="0"/>
      <dgm:spPr/>
    </dgm:pt>
    <dgm:pt modelId="{93CEDB40-6289-4375-9EB5-1C3E15FB0E5D}" type="pres">
      <dgm:prSet presAssocID="{A702EB33-1EFF-4013-892A-AD1E05595BAF}" presName="node" presStyleLbl="alignAccFollowNode1" presStyleIdx="2" presStyleCnt="5">
        <dgm:presLayoutVars>
          <dgm:bulletEnabled val="1"/>
        </dgm:presLayoutVars>
      </dgm:prSet>
      <dgm:spPr/>
    </dgm:pt>
    <dgm:pt modelId="{43EF6ABE-38FA-497B-AD3D-AE57CF4B0A1E}" type="pres">
      <dgm:prSet presAssocID="{5E9C344A-41A5-41EA-BFCD-69CF2BED740A}" presName="sibTrans" presStyleCnt="0"/>
      <dgm:spPr/>
    </dgm:pt>
    <dgm:pt modelId="{E3600566-CAB7-4C14-A523-A5593379100C}" type="pres">
      <dgm:prSet presAssocID="{0DC7A772-BC96-4A0A-B223-2A51B77CD186}" presName="node" presStyleLbl="alignAccFollowNode1" presStyleIdx="3" presStyleCnt="5">
        <dgm:presLayoutVars>
          <dgm:bulletEnabled val="1"/>
        </dgm:presLayoutVars>
      </dgm:prSet>
      <dgm:spPr/>
    </dgm:pt>
    <dgm:pt modelId="{B638C9CC-13DD-45D1-BA09-EA12BB903976}" type="pres">
      <dgm:prSet presAssocID="{A2F4E834-C754-460B-8B9C-5D778FC61867}" presName="sibTrans" presStyleCnt="0"/>
      <dgm:spPr/>
    </dgm:pt>
    <dgm:pt modelId="{E3D3162F-2143-427F-8EE1-AAAACB45AD24}" type="pres">
      <dgm:prSet presAssocID="{2E597E4C-59C9-43F8-8D97-44022FAF4564}" presName="node" presStyleLbl="alignAccFollowNode1" presStyleIdx="4" presStyleCnt="5">
        <dgm:presLayoutVars>
          <dgm:bulletEnabled val="1"/>
        </dgm:presLayoutVars>
      </dgm:prSet>
      <dgm:spPr/>
    </dgm:pt>
  </dgm:ptLst>
  <dgm:cxnLst>
    <dgm:cxn modelId="{018A1207-C3B4-40FE-87B1-2511767BD0A2}" type="presOf" srcId="{03413901-6C74-4650-9131-4A54C355A77E}" destId="{3FE16DF9-ED7F-4449-B34D-8B49647392E6}" srcOrd="0" destOrd="0" presId="urn:microsoft.com/office/officeart/2005/8/layout/lProcess3"/>
    <dgm:cxn modelId="{285F3C35-FBF1-45ED-A406-5571F1A1DD5B}" type="presOf" srcId="{2E597E4C-59C9-43F8-8D97-44022FAF4564}" destId="{E3D3162F-2143-427F-8EE1-AAAACB45AD24}" srcOrd="0" destOrd="0" presId="urn:microsoft.com/office/officeart/2005/8/layout/lProcess3"/>
    <dgm:cxn modelId="{A78C3443-7C37-4D5E-99D3-760609CE7D84}" srcId="{03413901-6C74-4650-9131-4A54C355A77E}" destId="{09663CA4-CDEE-4538-90D9-63C2CC19EF29}" srcOrd="1" destOrd="0" parTransId="{069A3E2F-81E8-46DF-B8BD-BA87DBEAE0EA}" sibTransId="{397592C8-C9A6-48C6-A35E-7AF8EA679F60}"/>
    <dgm:cxn modelId="{CD706877-0095-49A8-AAAB-AB0672FB421D}" srcId="{4DD45A72-4F96-4391-B08C-896F6A2CB350}" destId="{03413901-6C74-4650-9131-4A54C355A77E}" srcOrd="0" destOrd="0" parTransId="{526C618E-3E7B-4A4A-9FDF-6824453997B2}" sibTransId="{BAD36937-5304-433E-8EC9-134AB0E32A62}"/>
    <dgm:cxn modelId="{1DF4F07A-7558-4213-BDE5-DE1D4D813BFD}" type="presOf" srcId="{A702EB33-1EFF-4013-892A-AD1E05595BAF}" destId="{93CEDB40-6289-4375-9EB5-1C3E15FB0E5D}" srcOrd="0" destOrd="0" presId="urn:microsoft.com/office/officeart/2005/8/layout/lProcess3"/>
    <dgm:cxn modelId="{3692DBA3-6991-4230-8080-9530658872B1}" srcId="{03413901-6C74-4650-9131-4A54C355A77E}" destId="{9EE74C26-7BA1-4D38-98CA-C73806DDC916}" srcOrd="0" destOrd="0" parTransId="{AABDA6EE-9C03-4C76-820B-844663ED8964}" sibTransId="{98D4A577-3AC8-4EE7-9413-6F2DC9D1844C}"/>
    <dgm:cxn modelId="{CEB981A5-BAA9-48FD-A2E0-3134ED98407F}" type="presOf" srcId="{0DC7A772-BC96-4A0A-B223-2A51B77CD186}" destId="{E3600566-CAB7-4C14-A523-A5593379100C}" srcOrd="0" destOrd="0" presId="urn:microsoft.com/office/officeart/2005/8/layout/lProcess3"/>
    <dgm:cxn modelId="{931E5AB2-EA76-417B-86BF-70F59C564506}" srcId="{03413901-6C74-4650-9131-4A54C355A77E}" destId="{0DC7A772-BC96-4A0A-B223-2A51B77CD186}" srcOrd="3" destOrd="0" parTransId="{A0374F70-90AE-4D23-861E-6FBB77C400ED}" sibTransId="{A2F4E834-C754-460B-8B9C-5D778FC61867}"/>
    <dgm:cxn modelId="{E0AC38B4-DAC7-42E4-91FB-2A2DEF65B83F}" type="presOf" srcId="{9EE74C26-7BA1-4D38-98CA-C73806DDC916}" destId="{46C47C9E-9E79-4309-AF84-6607328D3131}" srcOrd="0" destOrd="0" presId="urn:microsoft.com/office/officeart/2005/8/layout/lProcess3"/>
    <dgm:cxn modelId="{1AD9AEB7-495B-4D9B-9159-DFC8E6C96FD4}" srcId="{03413901-6C74-4650-9131-4A54C355A77E}" destId="{2E597E4C-59C9-43F8-8D97-44022FAF4564}" srcOrd="4" destOrd="0" parTransId="{B60009EC-1F06-403E-BAC0-A68ADAFD68E7}" sibTransId="{A16B5ECF-7E0D-43FE-ABAC-E1F287BB10D1}"/>
    <dgm:cxn modelId="{3F81B8BE-B3A3-41DA-9B95-788174CCFF39}" type="presOf" srcId="{4DD45A72-4F96-4391-B08C-896F6A2CB350}" destId="{AE70915A-E27C-4562-9C9B-F8BCE514DC3E}" srcOrd="0" destOrd="0" presId="urn:microsoft.com/office/officeart/2005/8/layout/lProcess3"/>
    <dgm:cxn modelId="{2BC7D5C8-4694-4CEC-A8FA-A5B63EAB2BCF}" srcId="{03413901-6C74-4650-9131-4A54C355A77E}" destId="{A702EB33-1EFF-4013-892A-AD1E05595BAF}" srcOrd="2" destOrd="0" parTransId="{2EDB2772-8E3A-4592-A66B-618821A6065F}" sibTransId="{5E9C344A-41A5-41EA-BFCD-69CF2BED740A}"/>
    <dgm:cxn modelId="{F80AE1FB-D057-4598-9B71-D46986410C05}" type="presOf" srcId="{09663CA4-CDEE-4538-90D9-63C2CC19EF29}" destId="{6A48D950-B2F4-41B7-B1E8-25B552B852E9}" srcOrd="0" destOrd="0" presId="urn:microsoft.com/office/officeart/2005/8/layout/lProcess3"/>
    <dgm:cxn modelId="{E55C341B-99D5-4ABD-A868-3C7BE509BF6E}" type="presParOf" srcId="{AE70915A-E27C-4562-9C9B-F8BCE514DC3E}" destId="{09092121-3E64-4F25-B052-8659B8A81AD4}" srcOrd="0" destOrd="0" presId="urn:microsoft.com/office/officeart/2005/8/layout/lProcess3"/>
    <dgm:cxn modelId="{A7677229-8576-4C35-8C42-96D8A2621487}" type="presParOf" srcId="{09092121-3E64-4F25-B052-8659B8A81AD4}" destId="{3FE16DF9-ED7F-4449-B34D-8B49647392E6}" srcOrd="0" destOrd="0" presId="urn:microsoft.com/office/officeart/2005/8/layout/lProcess3"/>
    <dgm:cxn modelId="{4C85A347-7880-4B3B-B2DF-8E1374FAA011}" type="presParOf" srcId="{09092121-3E64-4F25-B052-8659B8A81AD4}" destId="{19E576B1-8BF7-4C30-AD0A-54A4BC274A01}" srcOrd="1" destOrd="0" presId="urn:microsoft.com/office/officeart/2005/8/layout/lProcess3"/>
    <dgm:cxn modelId="{BC4527FD-ADB6-47EC-8EAD-B910747092DC}" type="presParOf" srcId="{09092121-3E64-4F25-B052-8659B8A81AD4}" destId="{46C47C9E-9E79-4309-AF84-6607328D3131}" srcOrd="2" destOrd="0" presId="urn:microsoft.com/office/officeart/2005/8/layout/lProcess3"/>
    <dgm:cxn modelId="{5932DD01-920A-4327-9BF3-C85807EC46B7}" type="presParOf" srcId="{09092121-3E64-4F25-B052-8659B8A81AD4}" destId="{9A0EAE69-B0F4-4797-B838-E91DBF9B4407}" srcOrd="3" destOrd="0" presId="urn:microsoft.com/office/officeart/2005/8/layout/lProcess3"/>
    <dgm:cxn modelId="{7BA4155C-2427-48CC-9ED1-6EAC292D1BD5}" type="presParOf" srcId="{09092121-3E64-4F25-B052-8659B8A81AD4}" destId="{6A48D950-B2F4-41B7-B1E8-25B552B852E9}" srcOrd="4" destOrd="0" presId="urn:microsoft.com/office/officeart/2005/8/layout/lProcess3"/>
    <dgm:cxn modelId="{ECAB4D3F-5AD5-4EAE-9EF3-2F18B8567B5D}" type="presParOf" srcId="{09092121-3E64-4F25-B052-8659B8A81AD4}" destId="{218914B6-4CE8-43ED-9E12-C46A9767EBEE}" srcOrd="5" destOrd="0" presId="urn:microsoft.com/office/officeart/2005/8/layout/lProcess3"/>
    <dgm:cxn modelId="{2B59493F-4D46-4339-A8E8-BBA62804445E}" type="presParOf" srcId="{09092121-3E64-4F25-B052-8659B8A81AD4}" destId="{93CEDB40-6289-4375-9EB5-1C3E15FB0E5D}" srcOrd="6" destOrd="0" presId="urn:microsoft.com/office/officeart/2005/8/layout/lProcess3"/>
    <dgm:cxn modelId="{1409FF02-A02B-41B3-9293-2E26395C69C0}" type="presParOf" srcId="{09092121-3E64-4F25-B052-8659B8A81AD4}" destId="{43EF6ABE-38FA-497B-AD3D-AE57CF4B0A1E}" srcOrd="7" destOrd="0" presId="urn:microsoft.com/office/officeart/2005/8/layout/lProcess3"/>
    <dgm:cxn modelId="{8F799112-022C-4CB1-9942-07FA22066F5F}" type="presParOf" srcId="{09092121-3E64-4F25-B052-8659B8A81AD4}" destId="{E3600566-CAB7-4C14-A523-A5593379100C}" srcOrd="8" destOrd="0" presId="urn:microsoft.com/office/officeart/2005/8/layout/lProcess3"/>
    <dgm:cxn modelId="{4ECBA777-770C-4A88-8E2F-8C2C0690ECE0}" type="presParOf" srcId="{09092121-3E64-4F25-B052-8659B8A81AD4}" destId="{B638C9CC-13DD-45D1-BA09-EA12BB903976}" srcOrd="9" destOrd="0" presId="urn:microsoft.com/office/officeart/2005/8/layout/lProcess3"/>
    <dgm:cxn modelId="{4B70FD4F-628C-4D38-9582-764D308B7ADE}" type="presParOf" srcId="{09092121-3E64-4F25-B052-8659B8A81AD4}" destId="{E3D3162F-2143-427F-8EE1-AAAACB45AD24}" srcOrd="10"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A0439B9-CAE4-4A13-990C-26E06B6D6168}" type="doc">
      <dgm:prSet loTypeId="urn:microsoft.com/office/officeart/2005/8/layout/hProcess11" loCatId="process" qsTypeId="urn:microsoft.com/office/officeart/2005/8/quickstyle/simple1" qsCatId="simple" csTypeId="urn:microsoft.com/office/officeart/2005/8/colors/accent0_1" csCatId="mainScheme" phldr="1"/>
      <dgm:spPr/>
    </dgm:pt>
    <dgm:pt modelId="{7E7BD0CA-6D3D-465B-9C67-1B4731A6E801}">
      <dgm:prSet phldrT="[Text]"/>
      <dgm:spPr/>
      <dgm:t>
        <a:bodyPr/>
        <a:lstStyle/>
        <a:p>
          <a:r>
            <a:rPr lang="fa-IR" dirty="0"/>
            <a:t>مصرف انرژی سخت افزار ونرم افزار</a:t>
          </a:r>
          <a:endParaRPr lang="en-US" dirty="0"/>
        </a:p>
      </dgm:t>
    </dgm:pt>
    <dgm:pt modelId="{F167C499-471C-440C-AD8C-AC08AFBB2F32}" type="parTrans" cxnId="{09D6A531-535D-42DA-8A5C-A2DC84D7386E}">
      <dgm:prSet/>
      <dgm:spPr/>
      <dgm:t>
        <a:bodyPr/>
        <a:lstStyle/>
        <a:p>
          <a:endParaRPr lang="en-US"/>
        </a:p>
      </dgm:t>
    </dgm:pt>
    <dgm:pt modelId="{5E6BE7F5-C906-40E2-9F30-95D7A51415F5}" type="sibTrans" cxnId="{09D6A531-535D-42DA-8A5C-A2DC84D7386E}">
      <dgm:prSet/>
      <dgm:spPr/>
      <dgm:t>
        <a:bodyPr/>
        <a:lstStyle/>
        <a:p>
          <a:endParaRPr lang="en-US"/>
        </a:p>
      </dgm:t>
    </dgm:pt>
    <dgm:pt modelId="{E6A29BE8-AE30-478D-87CE-2A5049377F0E}">
      <dgm:prSet phldrT="[Text]"/>
      <dgm:spPr/>
      <dgm:t>
        <a:bodyPr/>
        <a:lstStyle/>
        <a:p>
          <a:pPr rtl="1"/>
          <a:r>
            <a:rPr lang="fa-IR" b="0" dirty="0"/>
            <a:t>پروتکل مصرف انرژی </a:t>
          </a:r>
          <a:r>
            <a:rPr lang="en-US" b="0" dirty="0"/>
            <a:t>IOT</a:t>
          </a:r>
        </a:p>
      </dgm:t>
    </dgm:pt>
    <dgm:pt modelId="{9AE23786-0178-46EC-AB37-A018DCD3FE48}" type="parTrans" cxnId="{9FEDE864-57FA-4CC8-A59E-9FBED38F85D6}">
      <dgm:prSet/>
      <dgm:spPr/>
      <dgm:t>
        <a:bodyPr/>
        <a:lstStyle/>
        <a:p>
          <a:endParaRPr lang="en-US"/>
        </a:p>
      </dgm:t>
    </dgm:pt>
    <dgm:pt modelId="{26D0F037-6E89-4FD8-90D3-C4712E279EC0}" type="sibTrans" cxnId="{9FEDE864-57FA-4CC8-A59E-9FBED38F85D6}">
      <dgm:prSet/>
      <dgm:spPr/>
      <dgm:t>
        <a:bodyPr/>
        <a:lstStyle/>
        <a:p>
          <a:endParaRPr lang="en-US"/>
        </a:p>
      </dgm:t>
    </dgm:pt>
    <dgm:pt modelId="{D5FE203A-2930-46FD-BA5B-4E14EB556581}">
      <dgm:prSet phldrT="[Text]"/>
      <dgm:spPr/>
      <dgm:t>
        <a:bodyPr/>
        <a:lstStyle/>
        <a:p>
          <a:r>
            <a:rPr lang="fa-IR" dirty="0"/>
            <a:t>امنیت</a:t>
          </a:r>
          <a:endParaRPr lang="en-US" dirty="0"/>
        </a:p>
      </dgm:t>
    </dgm:pt>
    <dgm:pt modelId="{EC916FC7-12EE-49DD-869F-3F26778FE9B8}" type="parTrans" cxnId="{F8E0FE2D-A52D-4A22-84C0-4117BA6B91D2}">
      <dgm:prSet/>
      <dgm:spPr/>
      <dgm:t>
        <a:bodyPr/>
        <a:lstStyle/>
        <a:p>
          <a:endParaRPr lang="en-US"/>
        </a:p>
      </dgm:t>
    </dgm:pt>
    <dgm:pt modelId="{7868B200-D9E1-4EE7-967A-FB92F408AD2A}" type="sibTrans" cxnId="{F8E0FE2D-A52D-4A22-84C0-4117BA6B91D2}">
      <dgm:prSet/>
      <dgm:spPr/>
      <dgm:t>
        <a:bodyPr/>
        <a:lstStyle/>
        <a:p>
          <a:endParaRPr lang="en-US"/>
        </a:p>
      </dgm:t>
    </dgm:pt>
    <dgm:pt modelId="{E00863B6-4C64-4F26-B8AB-59D92DAE83ED}">
      <dgm:prSet phldrT="[Text]"/>
      <dgm:spPr/>
      <dgm:t>
        <a:bodyPr/>
        <a:lstStyle/>
        <a:p>
          <a:r>
            <a:rPr lang="fa-IR" dirty="0"/>
            <a:t>سرمایه گذاری مالی</a:t>
          </a:r>
          <a:endParaRPr lang="en-US" dirty="0"/>
        </a:p>
      </dgm:t>
    </dgm:pt>
    <dgm:pt modelId="{4542BB66-8D96-48E1-84E8-BD4B7975CAFB}" type="parTrans" cxnId="{582A2D6D-BFA5-4460-A042-E4578EDC7C75}">
      <dgm:prSet/>
      <dgm:spPr/>
      <dgm:t>
        <a:bodyPr/>
        <a:lstStyle/>
        <a:p>
          <a:endParaRPr lang="en-US"/>
        </a:p>
      </dgm:t>
    </dgm:pt>
    <dgm:pt modelId="{5ACABBAA-2D51-4538-8DA2-2B66F80A2A21}" type="sibTrans" cxnId="{582A2D6D-BFA5-4460-A042-E4578EDC7C75}">
      <dgm:prSet/>
      <dgm:spPr/>
      <dgm:t>
        <a:bodyPr/>
        <a:lstStyle/>
        <a:p>
          <a:endParaRPr lang="en-US"/>
        </a:p>
      </dgm:t>
    </dgm:pt>
    <dgm:pt modelId="{CB89185F-F3C7-4CCD-8F1D-F0EC849679BF}" type="pres">
      <dgm:prSet presAssocID="{6A0439B9-CAE4-4A13-990C-26E06B6D6168}" presName="Name0" presStyleCnt="0">
        <dgm:presLayoutVars>
          <dgm:dir/>
          <dgm:resizeHandles val="exact"/>
        </dgm:presLayoutVars>
      </dgm:prSet>
      <dgm:spPr/>
    </dgm:pt>
    <dgm:pt modelId="{5C138B5D-64AA-4B96-870A-7DC0A8D0D9BD}" type="pres">
      <dgm:prSet presAssocID="{6A0439B9-CAE4-4A13-990C-26E06B6D6168}" presName="arrow" presStyleLbl="bgShp" presStyleIdx="0" presStyleCnt="1" custLinFactNeighborX="414"/>
      <dgm:spPr>
        <a:solidFill>
          <a:schemeClr val="accent6">
            <a:lumMod val="75000"/>
          </a:schemeClr>
        </a:solidFill>
      </dgm:spPr>
    </dgm:pt>
    <dgm:pt modelId="{6C11A90E-E48A-403B-B926-1DE8B8675A1B}" type="pres">
      <dgm:prSet presAssocID="{6A0439B9-CAE4-4A13-990C-26E06B6D6168}" presName="points" presStyleCnt="0"/>
      <dgm:spPr/>
    </dgm:pt>
    <dgm:pt modelId="{A232D9D0-3138-4581-9ED3-C07FA809EAAC}" type="pres">
      <dgm:prSet presAssocID="{7E7BD0CA-6D3D-465B-9C67-1B4731A6E801}" presName="compositeA" presStyleCnt="0"/>
      <dgm:spPr/>
    </dgm:pt>
    <dgm:pt modelId="{88BA2C7C-1735-4B10-817E-6DB9BF229D69}" type="pres">
      <dgm:prSet presAssocID="{7E7BD0CA-6D3D-465B-9C67-1B4731A6E801}" presName="textA" presStyleLbl="revTx" presStyleIdx="0" presStyleCnt="4">
        <dgm:presLayoutVars>
          <dgm:bulletEnabled val="1"/>
        </dgm:presLayoutVars>
      </dgm:prSet>
      <dgm:spPr/>
    </dgm:pt>
    <dgm:pt modelId="{CD7CF4E7-4CF3-48D2-AD12-849003C58879}" type="pres">
      <dgm:prSet presAssocID="{7E7BD0CA-6D3D-465B-9C67-1B4731A6E801}" presName="circleA" presStyleLbl="node1" presStyleIdx="0" presStyleCnt="4"/>
      <dgm:spPr/>
    </dgm:pt>
    <dgm:pt modelId="{02769DC9-3388-423A-9665-632DB32B8BFD}" type="pres">
      <dgm:prSet presAssocID="{7E7BD0CA-6D3D-465B-9C67-1B4731A6E801}" presName="spaceA" presStyleCnt="0"/>
      <dgm:spPr/>
    </dgm:pt>
    <dgm:pt modelId="{B1D77E34-C5DE-45E8-B311-5855F37818D9}" type="pres">
      <dgm:prSet presAssocID="{5E6BE7F5-C906-40E2-9F30-95D7A51415F5}" presName="space" presStyleCnt="0"/>
      <dgm:spPr/>
    </dgm:pt>
    <dgm:pt modelId="{182D2777-4930-4AC4-9592-7D8D6B924A07}" type="pres">
      <dgm:prSet presAssocID="{E6A29BE8-AE30-478D-87CE-2A5049377F0E}" presName="compositeB" presStyleCnt="0"/>
      <dgm:spPr/>
    </dgm:pt>
    <dgm:pt modelId="{59A0F983-5442-4828-B3A0-34E3FDF3D0F9}" type="pres">
      <dgm:prSet presAssocID="{E6A29BE8-AE30-478D-87CE-2A5049377F0E}" presName="textB" presStyleLbl="revTx" presStyleIdx="1" presStyleCnt="4">
        <dgm:presLayoutVars>
          <dgm:bulletEnabled val="1"/>
        </dgm:presLayoutVars>
      </dgm:prSet>
      <dgm:spPr/>
    </dgm:pt>
    <dgm:pt modelId="{56BC1903-739B-417D-83C3-233D562B5EAA}" type="pres">
      <dgm:prSet presAssocID="{E6A29BE8-AE30-478D-87CE-2A5049377F0E}" presName="circleB" presStyleLbl="node1" presStyleIdx="1" presStyleCnt="4"/>
      <dgm:spPr/>
    </dgm:pt>
    <dgm:pt modelId="{E968E0F4-616A-4005-9A0D-4783A9062AB4}" type="pres">
      <dgm:prSet presAssocID="{E6A29BE8-AE30-478D-87CE-2A5049377F0E}" presName="spaceB" presStyleCnt="0"/>
      <dgm:spPr/>
    </dgm:pt>
    <dgm:pt modelId="{73B25BD8-BE3F-4E99-88D3-64768AF39A72}" type="pres">
      <dgm:prSet presAssocID="{26D0F037-6E89-4FD8-90D3-C4712E279EC0}" presName="space" presStyleCnt="0"/>
      <dgm:spPr/>
    </dgm:pt>
    <dgm:pt modelId="{6C75719D-2B78-4D16-BC0E-66230409B98B}" type="pres">
      <dgm:prSet presAssocID="{D5FE203A-2930-46FD-BA5B-4E14EB556581}" presName="compositeA" presStyleCnt="0"/>
      <dgm:spPr/>
    </dgm:pt>
    <dgm:pt modelId="{6687E00D-C9C3-4B1F-9E38-7A10A64738E2}" type="pres">
      <dgm:prSet presAssocID="{D5FE203A-2930-46FD-BA5B-4E14EB556581}" presName="textA" presStyleLbl="revTx" presStyleIdx="2" presStyleCnt="4">
        <dgm:presLayoutVars>
          <dgm:bulletEnabled val="1"/>
        </dgm:presLayoutVars>
      </dgm:prSet>
      <dgm:spPr/>
    </dgm:pt>
    <dgm:pt modelId="{AE25D7F7-77DA-472B-A2F1-7BF6B8F2C5EE}" type="pres">
      <dgm:prSet presAssocID="{D5FE203A-2930-46FD-BA5B-4E14EB556581}" presName="circleA" presStyleLbl="node1" presStyleIdx="2" presStyleCnt="4"/>
      <dgm:spPr/>
    </dgm:pt>
    <dgm:pt modelId="{94202B09-0C1C-4185-86C7-585F4E798C72}" type="pres">
      <dgm:prSet presAssocID="{D5FE203A-2930-46FD-BA5B-4E14EB556581}" presName="spaceA" presStyleCnt="0"/>
      <dgm:spPr/>
    </dgm:pt>
    <dgm:pt modelId="{45DD41B4-22B3-48E3-A737-58C2D7F7A882}" type="pres">
      <dgm:prSet presAssocID="{7868B200-D9E1-4EE7-967A-FB92F408AD2A}" presName="space" presStyleCnt="0"/>
      <dgm:spPr/>
    </dgm:pt>
    <dgm:pt modelId="{34D3178C-37B6-4A1A-A19F-6D33BD6DD2D4}" type="pres">
      <dgm:prSet presAssocID="{E00863B6-4C64-4F26-B8AB-59D92DAE83ED}" presName="compositeB" presStyleCnt="0"/>
      <dgm:spPr/>
    </dgm:pt>
    <dgm:pt modelId="{B0FF9DCA-3D34-47E4-A603-7AB3D5AB2D53}" type="pres">
      <dgm:prSet presAssocID="{E00863B6-4C64-4F26-B8AB-59D92DAE83ED}" presName="textB" presStyleLbl="revTx" presStyleIdx="3" presStyleCnt="4">
        <dgm:presLayoutVars>
          <dgm:bulletEnabled val="1"/>
        </dgm:presLayoutVars>
      </dgm:prSet>
      <dgm:spPr/>
    </dgm:pt>
    <dgm:pt modelId="{39153B03-3C93-48D1-9732-2C5E83BAECCD}" type="pres">
      <dgm:prSet presAssocID="{E00863B6-4C64-4F26-B8AB-59D92DAE83ED}" presName="circleB" presStyleLbl="node1" presStyleIdx="3" presStyleCnt="4"/>
      <dgm:spPr/>
    </dgm:pt>
    <dgm:pt modelId="{C27FB805-C840-4B4F-BAE6-92C22347B013}" type="pres">
      <dgm:prSet presAssocID="{E00863B6-4C64-4F26-B8AB-59D92DAE83ED}" presName="spaceB" presStyleCnt="0"/>
      <dgm:spPr/>
    </dgm:pt>
  </dgm:ptLst>
  <dgm:cxnLst>
    <dgm:cxn modelId="{F8E0FE2D-A52D-4A22-84C0-4117BA6B91D2}" srcId="{6A0439B9-CAE4-4A13-990C-26E06B6D6168}" destId="{D5FE203A-2930-46FD-BA5B-4E14EB556581}" srcOrd="2" destOrd="0" parTransId="{EC916FC7-12EE-49DD-869F-3F26778FE9B8}" sibTransId="{7868B200-D9E1-4EE7-967A-FB92F408AD2A}"/>
    <dgm:cxn modelId="{09D6A531-535D-42DA-8A5C-A2DC84D7386E}" srcId="{6A0439B9-CAE4-4A13-990C-26E06B6D6168}" destId="{7E7BD0CA-6D3D-465B-9C67-1B4731A6E801}" srcOrd="0" destOrd="0" parTransId="{F167C499-471C-440C-AD8C-AC08AFBB2F32}" sibTransId="{5E6BE7F5-C906-40E2-9F30-95D7A51415F5}"/>
    <dgm:cxn modelId="{BA00905C-F142-46D1-BA8C-A6CF26D6F39C}" type="presOf" srcId="{D5FE203A-2930-46FD-BA5B-4E14EB556581}" destId="{6687E00D-C9C3-4B1F-9E38-7A10A64738E2}" srcOrd="0" destOrd="0" presId="urn:microsoft.com/office/officeart/2005/8/layout/hProcess11"/>
    <dgm:cxn modelId="{9FEDE864-57FA-4CC8-A59E-9FBED38F85D6}" srcId="{6A0439B9-CAE4-4A13-990C-26E06B6D6168}" destId="{E6A29BE8-AE30-478D-87CE-2A5049377F0E}" srcOrd="1" destOrd="0" parTransId="{9AE23786-0178-46EC-AB37-A018DCD3FE48}" sibTransId="{26D0F037-6E89-4FD8-90D3-C4712E279EC0}"/>
    <dgm:cxn modelId="{2AB51748-726F-4653-B7BC-2B080A0BD7E7}" type="presOf" srcId="{E6A29BE8-AE30-478D-87CE-2A5049377F0E}" destId="{59A0F983-5442-4828-B3A0-34E3FDF3D0F9}" srcOrd="0" destOrd="0" presId="urn:microsoft.com/office/officeart/2005/8/layout/hProcess11"/>
    <dgm:cxn modelId="{582A2D6D-BFA5-4460-A042-E4578EDC7C75}" srcId="{6A0439B9-CAE4-4A13-990C-26E06B6D6168}" destId="{E00863B6-4C64-4F26-B8AB-59D92DAE83ED}" srcOrd="3" destOrd="0" parTransId="{4542BB66-8D96-48E1-84E8-BD4B7975CAFB}" sibTransId="{5ACABBAA-2D51-4538-8DA2-2B66F80A2A21}"/>
    <dgm:cxn modelId="{6393EB70-BDE6-4945-A33C-9A09BAF80824}" type="presOf" srcId="{E00863B6-4C64-4F26-B8AB-59D92DAE83ED}" destId="{B0FF9DCA-3D34-47E4-A603-7AB3D5AB2D53}" srcOrd="0" destOrd="0" presId="urn:microsoft.com/office/officeart/2005/8/layout/hProcess11"/>
    <dgm:cxn modelId="{F1526C90-9C1D-4DEE-9415-307CF034EF51}" type="presOf" srcId="{7E7BD0CA-6D3D-465B-9C67-1B4731A6E801}" destId="{88BA2C7C-1735-4B10-817E-6DB9BF229D69}" srcOrd="0" destOrd="0" presId="urn:microsoft.com/office/officeart/2005/8/layout/hProcess11"/>
    <dgm:cxn modelId="{2194F99C-65DB-4878-B445-33F9A382E5B6}" type="presOf" srcId="{6A0439B9-CAE4-4A13-990C-26E06B6D6168}" destId="{CB89185F-F3C7-4CCD-8F1D-F0EC849679BF}" srcOrd="0" destOrd="0" presId="urn:microsoft.com/office/officeart/2005/8/layout/hProcess11"/>
    <dgm:cxn modelId="{28C47990-4AA9-4F43-9F28-150D7E04B5CF}" type="presParOf" srcId="{CB89185F-F3C7-4CCD-8F1D-F0EC849679BF}" destId="{5C138B5D-64AA-4B96-870A-7DC0A8D0D9BD}" srcOrd="0" destOrd="0" presId="urn:microsoft.com/office/officeart/2005/8/layout/hProcess11"/>
    <dgm:cxn modelId="{F1DD5D59-4A15-421D-A46F-CB6184E85802}" type="presParOf" srcId="{CB89185F-F3C7-4CCD-8F1D-F0EC849679BF}" destId="{6C11A90E-E48A-403B-B926-1DE8B8675A1B}" srcOrd="1" destOrd="0" presId="urn:microsoft.com/office/officeart/2005/8/layout/hProcess11"/>
    <dgm:cxn modelId="{4A2D7F99-371A-4BBB-A58D-3CA449CBDE9C}" type="presParOf" srcId="{6C11A90E-E48A-403B-B926-1DE8B8675A1B}" destId="{A232D9D0-3138-4581-9ED3-C07FA809EAAC}" srcOrd="0" destOrd="0" presId="urn:microsoft.com/office/officeart/2005/8/layout/hProcess11"/>
    <dgm:cxn modelId="{80031A17-0290-41C6-82D2-57029358C609}" type="presParOf" srcId="{A232D9D0-3138-4581-9ED3-C07FA809EAAC}" destId="{88BA2C7C-1735-4B10-817E-6DB9BF229D69}" srcOrd="0" destOrd="0" presId="urn:microsoft.com/office/officeart/2005/8/layout/hProcess11"/>
    <dgm:cxn modelId="{525DB91D-E932-4BCD-8FD4-71B344EA5C54}" type="presParOf" srcId="{A232D9D0-3138-4581-9ED3-C07FA809EAAC}" destId="{CD7CF4E7-4CF3-48D2-AD12-849003C58879}" srcOrd="1" destOrd="0" presId="urn:microsoft.com/office/officeart/2005/8/layout/hProcess11"/>
    <dgm:cxn modelId="{ACE1B95F-8EC4-4E94-827B-6E605D3177B5}" type="presParOf" srcId="{A232D9D0-3138-4581-9ED3-C07FA809EAAC}" destId="{02769DC9-3388-423A-9665-632DB32B8BFD}" srcOrd="2" destOrd="0" presId="urn:microsoft.com/office/officeart/2005/8/layout/hProcess11"/>
    <dgm:cxn modelId="{936BD6AF-E06A-416E-B58B-5453C95787DC}" type="presParOf" srcId="{6C11A90E-E48A-403B-B926-1DE8B8675A1B}" destId="{B1D77E34-C5DE-45E8-B311-5855F37818D9}" srcOrd="1" destOrd="0" presId="urn:microsoft.com/office/officeart/2005/8/layout/hProcess11"/>
    <dgm:cxn modelId="{ED00F304-C887-4186-AC78-2A1BF31B28B3}" type="presParOf" srcId="{6C11A90E-E48A-403B-B926-1DE8B8675A1B}" destId="{182D2777-4930-4AC4-9592-7D8D6B924A07}" srcOrd="2" destOrd="0" presId="urn:microsoft.com/office/officeart/2005/8/layout/hProcess11"/>
    <dgm:cxn modelId="{1835C570-AAEF-448C-AE47-D9913334CB15}" type="presParOf" srcId="{182D2777-4930-4AC4-9592-7D8D6B924A07}" destId="{59A0F983-5442-4828-B3A0-34E3FDF3D0F9}" srcOrd="0" destOrd="0" presId="urn:microsoft.com/office/officeart/2005/8/layout/hProcess11"/>
    <dgm:cxn modelId="{1193C309-E93C-4828-992B-9853148446D5}" type="presParOf" srcId="{182D2777-4930-4AC4-9592-7D8D6B924A07}" destId="{56BC1903-739B-417D-83C3-233D562B5EAA}" srcOrd="1" destOrd="0" presId="urn:microsoft.com/office/officeart/2005/8/layout/hProcess11"/>
    <dgm:cxn modelId="{49D92785-504E-4A24-AE7A-DF80A05C0309}" type="presParOf" srcId="{182D2777-4930-4AC4-9592-7D8D6B924A07}" destId="{E968E0F4-616A-4005-9A0D-4783A9062AB4}" srcOrd="2" destOrd="0" presId="urn:microsoft.com/office/officeart/2005/8/layout/hProcess11"/>
    <dgm:cxn modelId="{C6D6D629-0B15-4086-8340-44DE4A98C3FA}" type="presParOf" srcId="{6C11A90E-E48A-403B-B926-1DE8B8675A1B}" destId="{73B25BD8-BE3F-4E99-88D3-64768AF39A72}" srcOrd="3" destOrd="0" presId="urn:microsoft.com/office/officeart/2005/8/layout/hProcess11"/>
    <dgm:cxn modelId="{13B10D2A-5B98-4B88-B322-9293B40CB3A6}" type="presParOf" srcId="{6C11A90E-E48A-403B-B926-1DE8B8675A1B}" destId="{6C75719D-2B78-4D16-BC0E-66230409B98B}" srcOrd="4" destOrd="0" presId="urn:microsoft.com/office/officeart/2005/8/layout/hProcess11"/>
    <dgm:cxn modelId="{EA5C6EF0-C21A-4B24-B111-93649A16FB18}" type="presParOf" srcId="{6C75719D-2B78-4D16-BC0E-66230409B98B}" destId="{6687E00D-C9C3-4B1F-9E38-7A10A64738E2}" srcOrd="0" destOrd="0" presId="urn:microsoft.com/office/officeart/2005/8/layout/hProcess11"/>
    <dgm:cxn modelId="{2B28CA0D-33D3-48BD-A0BD-0CAA506D17AA}" type="presParOf" srcId="{6C75719D-2B78-4D16-BC0E-66230409B98B}" destId="{AE25D7F7-77DA-472B-A2F1-7BF6B8F2C5EE}" srcOrd="1" destOrd="0" presId="urn:microsoft.com/office/officeart/2005/8/layout/hProcess11"/>
    <dgm:cxn modelId="{6B1CCBCF-F94F-4625-9F6C-61370F8F5A68}" type="presParOf" srcId="{6C75719D-2B78-4D16-BC0E-66230409B98B}" destId="{94202B09-0C1C-4185-86C7-585F4E798C72}" srcOrd="2" destOrd="0" presId="urn:microsoft.com/office/officeart/2005/8/layout/hProcess11"/>
    <dgm:cxn modelId="{0C1018EF-0144-4978-B5D6-0A3E16ED09E5}" type="presParOf" srcId="{6C11A90E-E48A-403B-B926-1DE8B8675A1B}" destId="{45DD41B4-22B3-48E3-A737-58C2D7F7A882}" srcOrd="5" destOrd="0" presId="urn:microsoft.com/office/officeart/2005/8/layout/hProcess11"/>
    <dgm:cxn modelId="{613DA728-FB71-4D65-8229-B4A9A5FB80CD}" type="presParOf" srcId="{6C11A90E-E48A-403B-B926-1DE8B8675A1B}" destId="{34D3178C-37B6-4A1A-A19F-6D33BD6DD2D4}" srcOrd="6" destOrd="0" presId="urn:microsoft.com/office/officeart/2005/8/layout/hProcess11"/>
    <dgm:cxn modelId="{8CF45F53-43AE-487E-8BA6-C2BEEBDD13D1}" type="presParOf" srcId="{34D3178C-37B6-4A1A-A19F-6D33BD6DD2D4}" destId="{B0FF9DCA-3D34-47E4-A603-7AB3D5AB2D53}" srcOrd="0" destOrd="0" presId="urn:microsoft.com/office/officeart/2005/8/layout/hProcess11"/>
    <dgm:cxn modelId="{D450DAD6-5B25-4D98-B113-6653F00B0600}" type="presParOf" srcId="{34D3178C-37B6-4A1A-A19F-6D33BD6DD2D4}" destId="{39153B03-3C93-48D1-9732-2C5E83BAECCD}" srcOrd="1" destOrd="0" presId="urn:microsoft.com/office/officeart/2005/8/layout/hProcess11"/>
    <dgm:cxn modelId="{AEEE6641-34FD-43C2-AA39-7DB1D15E0BA9}" type="presParOf" srcId="{34D3178C-37B6-4A1A-A19F-6D33BD6DD2D4}" destId="{C27FB805-C840-4B4F-BAE6-92C22347B013}" srcOrd="2" destOrd="0" presId="urn:microsoft.com/office/officeart/2005/8/layout/hProcess1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57E9BA-A4EB-43F5-B396-F53C38FB4CF7}" type="doc">
      <dgm:prSet loTypeId="urn:microsoft.com/office/officeart/2005/8/layout/gear1" loCatId="cycle" qsTypeId="urn:microsoft.com/office/officeart/2005/8/quickstyle/simple1" qsCatId="simple" csTypeId="urn:microsoft.com/office/officeart/2005/8/colors/accent1_2" csCatId="accent1" phldr="1"/>
      <dgm:spPr/>
    </dgm:pt>
    <dgm:pt modelId="{AE1B50D7-C620-41D2-A53A-A61293792F23}">
      <dgm:prSet phldrT="[Text]"/>
      <dgm:spPr>
        <a:solidFill>
          <a:schemeClr val="accent1">
            <a:lumMod val="60000"/>
            <a:lumOff val="40000"/>
          </a:schemeClr>
        </a:solidFill>
      </dgm:spPr>
      <dgm:t>
        <a:bodyPr/>
        <a:lstStyle/>
        <a:p>
          <a:r>
            <a:rPr lang="fa-IR" dirty="0"/>
            <a:t>انسان</a:t>
          </a:r>
          <a:endParaRPr lang="en-US" dirty="0"/>
        </a:p>
      </dgm:t>
    </dgm:pt>
    <dgm:pt modelId="{8B06AD3C-E14F-4A79-9D20-4B49C9FB0E56}" type="parTrans" cxnId="{291ABEEF-337B-44F1-B50E-C8F412DA8350}">
      <dgm:prSet/>
      <dgm:spPr/>
      <dgm:t>
        <a:bodyPr/>
        <a:lstStyle/>
        <a:p>
          <a:endParaRPr lang="en-US"/>
        </a:p>
      </dgm:t>
    </dgm:pt>
    <dgm:pt modelId="{6DDBA51B-81A9-4CA0-B915-B06D1F03D834}" type="sibTrans" cxnId="{291ABEEF-337B-44F1-B50E-C8F412DA8350}">
      <dgm:prSet/>
      <dgm:spPr/>
      <dgm:t>
        <a:bodyPr/>
        <a:lstStyle/>
        <a:p>
          <a:endParaRPr lang="en-US"/>
        </a:p>
      </dgm:t>
    </dgm:pt>
    <dgm:pt modelId="{87953BA1-A01B-4F48-B9DC-897C5DBC5949}">
      <dgm:prSet phldrT="[Text]"/>
      <dgm:spPr>
        <a:solidFill>
          <a:schemeClr val="accent6">
            <a:lumMod val="60000"/>
            <a:lumOff val="40000"/>
          </a:schemeClr>
        </a:solidFill>
      </dgm:spPr>
      <dgm:t>
        <a:bodyPr/>
        <a:lstStyle/>
        <a:p>
          <a:r>
            <a:rPr lang="fa-IR" dirty="0"/>
            <a:t>کامپیوتر</a:t>
          </a:r>
          <a:endParaRPr lang="en-US" dirty="0"/>
        </a:p>
      </dgm:t>
    </dgm:pt>
    <dgm:pt modelId="{F430261E-CAF3-4F71-81E1-458D0EB53B11}" type="parTrans" cxnId="{5CEB3F62-598A-4A74-999B-531FB1B60877}">
      <dgm:prSet/>
      <dgm:spPr/>
      <dgm:t>
        <a:bodyPr/>
        <a:lstStyle/>
        <a:p>
          <a:endParaRPr lang="en-US"/>
        </a:p>
      </dgm:t>
    </dgm:pt>
    <dgm:pt modelId="{486D4090-FAFA-4AC0-BB9E-DC2AD8C30410}" type="sibTrans" cxnId="{5CEB3F62-598A-4A74-999B-531FB1B60877}">
      <dgm:prSet/>
      <dgm:spPr/>
      <dgm:t>
        <a:bodyPr/>
        <a:lstStyle/>
        <a:p>
          <a:endParaRPr lang="en-US"/>
        </a:p>
      </dgm:t>
    </dgm:pt>
    <dgm:pt modelId="{528836D9-CB07-4455-9A82-5D38F1891443}">
      <dgm:prSet phldrT="[Text]"/>
      <dgm:spPr>
        <a:solidFill>
          <a:schemeClr val="bg2">
            <a:lumMod val="75000"/>
          </a:schemeClr>
        </a:solidFill>
      </dgm:spPr>
      <dgm:t>
        <a:bodyPr/>
        <a:lstStyle/>
        <a:p>
          <a:r>
            <a:rPr lang="fa-IR" dirty="0"/>
            <a:t>اشیا</a:t>
          </a:r>
          <a:endParaRPr lang="en-US" dirty="0"/>
        </a:p>
      </dgm:t>
    </dgm:pt>
    <dgm:pt modelId="{C5EF0EB5-C800-470B-9934-2234121382A6}" type="parTrans" cxnId="{B61E9B80-63D2-4C30-8AA1-9ED20F2CAB43}">
      <dgm:prSet/>
      <dgm:spPr/>
      <dgm:t>
        <a:bodyPr/>
        <a:lstStyle/>
        <a:p>
          <a:endParaRPr lang="en-US"/>
        </a:p>
      </dgm:t>
    </dgm:pt>
    <dgm:pt modelId="{548F8651-2FFF-4C0E-8BB3-89C0B2FA4DDE}" type="sibTrans" cxnId="{B61E9B80-63D2-4C30-8AA1-9ED20F2CAB43}">
      <dgm:prSet/>
      <dgm:spPr/>
      <dgm:t>
        <a:bodyPr/>
        <a:lstStyle/>
        <a:p>
          <a:endParaRPr lang="en-US"/>
        </a:p>
      </dgm:t>
    </dgm:pt>
    <dgm:pt modelId="{2591DE55-F9D3-4509-A406-DE51CBE114BD}" type="pres">
      <dgm:prSet presAssocID="{4A57E9BA-A4EB-43F5-B396-F53C38FB4CF7}" presName="composite" presStyleCnt="0">
        <dgm:presLayoutVars>
          <dgm:chMax val="3"/>
          <dgm:animLvl val="lvl"/>
          <dgm:resizeHandles val="exact"/>
        </dgm:presLayoutVars>
      </dgm:prSet>
      <dgm:spPr/>
    </dgm:pt>
    <dgm:pt modelId="{1E1E4670-4AB0-4969-95A5-007A10F530BB}" type="pres">
      <dgm:prSet presAssocID="{AE1B50D7-C620-41D2-A53A-A61293792F23}" presName="gear1" presStyleLbl="node1" presStyleIdx="0" presStyleCnt="3">
        <dgm:presLayoutVars>
          <dgm:chMax val="1"/>
          <dgm:bulletEnabled val="1"/>
        </dgm:presLayoutVars>
      </dgm:prSet>
      <dgm:spPr/>
    </dgm:pt>
    <dgm:pt modelId="{4D35415E-7DEC-44CF-A0C7-B7B6DAB66CAC}" type="pres">
      <dgm:prSet presAssocID="{AE1B50D7-C620-41D2-A53A-A61293792F23}" presName="gear1srcNode" presStyleLbl="node1" presStyleIdx="0" presStyleCnt="3"/>
      <dgm:spPr/>
    </dgm:pt>
    <dgm:pt modelId="{0A464CA0-2A03-4653-B301-29C9B7A731E2}" type="pres">
      <dgm:prSet presAssocID="{AE1B50D7-C620-41D2-A53A-A61293792F23}" presName="gear1dstNode" presStyleLbl="node1" presStyleIdx="0" presStyleCnt="3"/>
      <dgm:spPr/>
    </dgm:pt>
    <dgm:pt modelId="{7C104A6B-39FA-433D-A1DF-EC77EB365D59}" type="pres">
      <dgm:prSet presAssocID="{87953BA1-A01B-4F48-B9DC-897C5DBC5949}" presName="gear2" presStyleLbl="node1" presStyleIdx="1" presStyleCnt="3">
        <dgm:presLayoutVars>
          <dgm:chMax val="1"/>
          <dgm:bulletEnabled val="1"/>
        </dgm:presLayoutVars>
      </dgm:prSet>
      <dgm:spPr/>
    </dgm:pt>
    <dgm:pt modelId="{283BDB86-9244-4D3F-8D35-B7BD6C1BE705}" type="pres">
      <dgm:prSet presAssocID="{87953BA1-A01B-4F48-B9DC-897C5DBC5949}" presName="gear2srcNode" presStyleLbl="node1" presStyleIdx="1" presStyleCnt="3"/>
      <dgm:spPr/>
    </dgm:pt>
    <dgm:pt modelId="{696495CD-24CD-4B7F-AFAE-355D4763FD22}" type="pres">
      <dgm:prSet presAssocID="{87953BA1-A01B-4F48-B9DC-897C5DBC5949}" presName="gear2dstNode" presStyleLbl="node1" presStyleIdx="1" presStyleCnt="3"/>
      <dgm:spPr/>
    </dgm:pt>
    <dgm:pt modelId="{07938864-030F-4FF3-AAF7-C64EF9C496D4}" type="pres">
      <dgm:prSet presAssocID="{528836D9-CB07-4455-9A82-5D38F1891443}" presName="gear3" presStyleLbl="node1" presStyleIdx="2" presStyleCnt="3"/>
      <dgm:spPr/>
    </dgm:pt>
    <dgm:pt modelId="{FF2072E5-56EE-4319-8BA9-3918D5BFCB08}" type="pres">
      <dgm:prSet presAssocID="{528836D9-CB07-4455-9A82-5D38F1891443}" presName="gear3tx" presStyleLbl="node1" presStyleIdx="2" presStyleCnt="3">
        <dgm:presLayoutVars>
          <dgm:chMax val="1"/>
          <dgm:bulletEnabled val="1"/>
        </dgm:presLayoutVars>
      </dgm:prSet>
      <dgm:spPr/>
    </dgm:pt>
    <dgm:pt modelId="{159D6449-39AB-41A9-89E3-E37FC3F57C47}" type="pres">
      <dgm:prSet presAssocID="{528836D9-CB07-4455-9A82-5D38F1891443}" presName="gear3srcNode" presStyleLbl="node1" presStyleIdx="2" presStyleCnt="3"/>
      <dgm:spPr/>
    </dgm:pt>
    <dgm:pt modelId="{02DFC179-AB4A-462E-B0E8-A0C63EA7E5E0}" type="pres">
      <dgm:prSet presAssocID="{528836D9-CB07-4455-9A82-5D38F1891443}" presName="gear3dstNode" presStyleLbl="node1" presStyleIdx="2" presStyleCnt="3"/>
      <dgm:spPr/>
    </dgm:pt>
    <dgm:pt modelId="{C8F60B79-0B64-4459-841F-3E428F2D7673}" type="pres">
      <dgm:prSet presAssocID="{6DDBA51B-81A9-4CA0-B915-B06D1F03D834}" presName="connector1" presStyleLbl="sibTrans2D1" presStyleIdx="0" presStyleCnt="3"/>
      <dgm:spPr/>
    </dgm:pt>
    <dgm:pt modelId="{D0F1A31A-92FD-4657-926C-13200D7A2F8C}" type="pres">
      <dgm:prSet presAssocID="{486D4090-FAFA-4AC0-BB9E-DC2AD8C30410}" presName="connector2" presStyleLbl="sibTrans2D1" presStyleIdx="1" presStyleCnt="3"/>
      <dgm:spPr/>
    </dgm:pt>
    <dgm:pt modelId="{9FB7C793-1FC5-45FC-8E12-161DEDFA7034}" type="pres">
      <dgm:prSet presAssocID="{548F8651-2FFF-4C0E-8BB3-89C0B2FA4DDE}" presName="connector3" presStyleLbl="sibTrans2D1" presStyleIdx="2" presStyleCnt="3"/>
      <dgm:spPr/>
    </dgm:pt>
  </dgm:ptLst>
  <dgm:cxnLst>
    <dgm:cxn modelId="{266D2215-D695-4EAD-ADD2-89204BC23842}" type="presOf" srcId="{AE1B50D7-C620-41D2-A53A-A61293792F23}" destId="{4D35415E-7DEC-44CF-A0C7-B7B6DAB66CAC}" srcOrd="1" destOrd="0" presId="urn:microsoft.com/office/officeart/2005/8/layout/gear1"/>
    <dgm:cxn modelId="{6E861B18-8712-459D-A14C-A1BD1C8CE405}" type="presOf" srcId="{548F8651-2FFF-4C0E-8BB3-89C0B2FA4DDE}" destId="{9FB7C793-1FC5-45FC-8E12-161DEDFA7034}" srcOrd="0" destOrd="0" presId="urn:microsoft.com/office/officeart/2005/8/layout/gear1"/>
    <dgm:cxn modelId="{4A5AD123-96B7-465D-92B3-A0924B9F7835}" type="presOf" srcId="{486D4090-FAFA-4AC0-BB9E-DC2AD8C30410}" destId="{D0F1A31A-92FD-4657-926C-13200D7A2F8C}" srcOrd="0" destOrd="0" presId="urn:microsoft.com/office/officeart/2005/8/layout/gear1"/>
    <dgm:cxn modelId="{2C49F23B-58F5-42F3-9092-06551B923860}" type="presOf" srcId="{528836D9-CB07-4455-9A82-5D38F1891443}" destId="{FF2072E5-56EE-4319-8BA9-3918D5BFCB08}" srcOrd="1" destOrd="0" presId="urn:microsoft.com/office/officeart/2005/8/layout/gear1"/>
    <dgm:cxn modelId="{5CEB3F62-598A-4A74-999B-531FB1B60877}" srcId="{4A57E9BA-A4EB-43F5-B396-F53C38FB4CF7}" destId="{87953BA1-A01B-4F48-B9DC-897C5DBC5949}" srcOrd="1" destOrd="0" parTransId="{F430261E-CAF3-4F71-81E1-458D0EB53B11}" sibTransId="{486D4090-FAFA-4AC0-BB9E-DC2AD8C30410}"/>
    <dgm:cxn modelId="{3A9AF163-DE09-46B0-849D-B56DE440A724}" type="presOf" srcId="{AE1B50D7-C620-41D2-A53A-A61293792F23}" destId="{0A464CA0-2A03-4653-B301-29C9B7A731E2}" srcOrd="2" destOrd="0" presId="urn:microsoft.com/office/officeart/2005/8/layout/gear1"/>
    <dgm:cxn modelId="{A16BC066-747F-4B44-B9E2-DEF93030459D}" type="presOf" srcId="{87953BA1-A01B-4F48-B9DC-897C5DBC5949}" destId="{696495CD-24CD-4B7F-AFAE-355D4763FD22}" srcOrd="2" destOrd="0" presId="urn:microsoft.com/office/officeart/2005/8/layout/gear1"/>
    <dgm:cxn modelId="{B61E9B80-63D2-4C30-8AA1-9ED20F2CAB43}" srcId="{4A57E9BA-A4EB-43F5-B396-F53C38FB4CF7}" destId="{528836D9-CB07-4455-9A82-5D38F1891443}" srcOrd="2" destOrd="0" parTransId="{C5EF0EB5-C800-470B-9934-2234121382A6}" sibTransId="{548F8651-2FFF-4C0E-8BB3-89C0B2FA4DDE}"/>
    <dgm:cxn modelId="{4579EB90-5F67-460A-8075-0A8B0697BDF4}" type="presOf" srcId="{4A57E9BA-A4EB-43F5-B396-F53C38FB4CF7}" destId="{2591DE55-F9D3-4509-A406-DE51CBE114BD}" srcOrd="0" destOrd="0" presId="urn:microsoft.com/office/officeart/2005/8/layout/gear1"/>
    <dgm:cxn modelId="{CD461592-3625-4EAE-92AB-121DA259D42A}" type="presOf" srcId="{6DDBA51B-81A9-4CA0-B915-B06D1F03D834}" destId="{C8F60B79-0B64-4459-841F-3E428F2D7673}" srcOrd="0" destOrd="0" presId="urn:microsoft.com/office/officeart/2005/8/layout/gear1"/>
    <dgm:cxn modelId="{1C7644A6-A2BC-4241-9233-F2BA1C5A61EC}" type="presOf" srcId="{87953BA1-A01B-4F48-B9DC-897C5DBC5949}" destId="{283BDB86-9244-4D3F-8D35-B7BD6C1BE705}" srcOrd="1" destOrd="0" presId="urn:microsoft.com/office/officeart/2005/8/layout/gear1"/>
    <dgm:cxn modelId="{5704DCC2-602C-4177-951B-4E95CC9BFC2F}" type="presOf" srcId="{528836D9-CB07-4455-9A82-5D38F1891443}" destId="{02DFC179-AB4A-462E-B0E8-A0C63EA7E5E0}" srcOrd="3" destOrd="0" presId="urn:microsoft.com/office/officeart/2005/8/layout/gear1"/>
    <dgm:cxn modelId="{98F772D7-04D7-4181-BD66-87A39D30D393}" type="presOf" srcId="{528836D9-CB07-4455-9A82-5D38F1891443}" destId="{07938864-030F-4FF3-AAF7-C64EF9C496D4}" srcOrd="0" destOrd="0" presId="urn:microsoft.com/office/officeart/2005/8/layout/gear1"/>
    <dgm:cxn modelId="{B786FEDC-DE45-4D9D-943B-006A3604CA65}" type="presOf" srcId="{528836D9-CB07-4455-9A82-5D38F1891443}" destId="{159D6449-39AB-41A9-89E3-E37FC3F57C47}" srcOrd="2" destOrd="0" presId="urn:microsoft.com/office/officeart/2005/8/layout/gear1"/>
    <dgm:cxn modelId="{291ABEEF-337B-44F1-B50E-C8F412DA8350}" srcId="{4A57E9BA-A4EB-43F5-B396-F53C38FB4CF7}" destId="{AE1B50D7-C620-41D2-A53A-A61293792F23}" srcOrd="0" destOrd="0" parTransId="{8B06AD3C-E14F-4A79-9D20-4B49C9FB0E56}" sibTransId="{6DDBA51B-81A9-4CA0-B915-B06D1F03D834}"/>
    <dgm:cxn modelId="{B993D2F3-2E94-411D-A57D-96DCBA4DD0CB}" type="presOf" srcId="{AE1B50D7-C620-41D2-A53A-A61293792F23}" destId="{1E1E4670-4AB0-4969-95A5-007A10F530BB}" srcOrd="0" destOrd="0" presId="urn:microsoft.com/office/officeart/2005/8/layout/gear1"/>
    <dgm:cxn modelId="{8E2198F7-3FF4-448E-BC92-87CF7BC8F144}" type="presOf" srcId="{87953BA1-A01B-4F48-B9DC-897C5DBC5949}" destId="{7C104A6B-39FA-433D-A1DF-EC77EB365D59}" srcOrd="0" destOrd="0" presId="urn:microsoft.com/office/officeart/2005/8/layout/gear1"/>
    <dgm:cxn modelId="{9573A63A-ABFC-4814-96E9-2108A8866D29}" type="presParOf" srcId="{2591DE55-F9D3-4509-A406-DE51CBE114BD}" destId="{1E1E4670-4AB0-4969-95A5-007A10F530BB}" srcOrd="0" destOrd="0" presId="urn:microsoft.com/office/officeart/2005/8/layout/gear1"/>
    <dgm:cxn modelId="{E9C82776-0770-435C-881B-9C07BFC79C09}" type="presParOf" srcId="{2591DE55-F9D3-4509-A406-DE51CBE114BD}" destId="{4D35415E-7DEC-44CF-A0C7-B7B6DAB66CAC}" srcOrd="1" destOrd="0" presId="urn:microsoft.com/office/officeart/2005/8/layout/gear1"/>
    <dgm:cxn modelId="{0496BBC9-45BE-419E-BCC3-E7DB09B650A8}" type="presParOf" srcId="{2591DE55-F9D3-4509-A406-DE51CBE114BD}" destId="{0A464CA0-2A03-4653-B301-29C9B7A731E2}" srcOrd="2" destOrd="0" presId="urn:microsoft.com/office/officeart/2005/8/layout/gear1"/>
    <dgm:cxn modelId="{2C46C205-8DF9-44EB-ADF2-173D2E03C2B9}" type="presParOf" srcId="{2591DE55-F9D3-4509-A406-DE51CBE114BD}" destId="{7C104A6B-39FA-433D-A1DF-EC77EB365D59}" srcOrd="3" destOrd="0" presId="urn:microsoft.com/office/officeart/2005/8/layout/gear1"/>
    <dgm:cxn modelId="{08EAAB93-8E42-4F19-9B2F-5069D69D755D}" type="presParOf" srcId="{2591DE55-F9D3-4509-A406-DE51CBE114BD}" destId="{283BDB86-9244-4D3F-8D35-B7BD6C1BE705}" srcOrd="4" destOrd="0" presId="urn:microsoft.com/office/officeart/2005/8/layout/gear1"/>
    <dgm:cxn modelId="{BF90BCE5-EB34-4BB4-A869-930BA54D324F}" type="presParOf" srcId="{2591DE55-F9D3-4509-A406-DE51CBE114BD}" destId="{696495CD-24CD-4B7F-AFAE-355D4763FD22}" srcOrd="5" destOrd="0" presId="urn:microsoft.com/office/officeart/2005/8/layout/gear1"/>
    <dgm:cxn modelId="{A594694F-2675-4655-8FE4-0643D033415F}" type="presParOf" srcId="{2591DE55-F9D3-4509-A406-DE51CBE114BD}" destId="{07938864-030F-4FF3-AAF7-C64EF9C496D4}" srcOrd="6" destOrd="0" presId="urn:microsoft.com/office/officeart/2005/8/layout/gear1"/>
    <dgm:cxn modelId="{5B853037-E59D-4249-941C-5ACC98321AAD}" type="presParOf" srcId="{2591DE55-F9D3-4509-A406-DE51CBE114BD}" destId="{FF2072E5-56EE-4319-8BA9-3918D5BFCB08}" srcOrd="7" destOrd="0" presId="urn:microsoft.com/office/officeart/2005/8/layout/gear1"/>
    <dgm:cxn modelId="{D55634DF-74AE-47FB-80A4-2305629DA30C}" type="presParOf" srcId="{2591DE55-F9D3-4509-A406-DE51CBE114BD}" destId="{159D6449-39AB-41A9-89E3-E37FC3F57C47}" srcOrd="8" destOrd="0" presId="urn:microsoft.com/office/officeart/2005/8/layout/gear1"/>
    <dgm:cxn modelId="{3AFDCCBC-6A3F-4CFC-ACE5-014C6388F873}" type="presParOf" srcId="{2591DE55-F9D3-4509-A406-DE51CBE114BD}" destId="{02DFC179-AB4A-462E-B0E8-A0C63EA7E5E0}" srcOrd="9" destOrd="0" presId="urn:microsoft.com/office/officeart/2005/8/layout/gear1"/>
    <dgm:cxn modelId="{AD4463FF-185D-49EF-8869-1C81376D4C87}" type="presParOf" srcId="{2591DE55-F9D3-4509-A406-DE51CBE114BD}" destId="{C8F60B79-0B64-4459-841F-3E428F2D7673}" srcOrd="10" destOrd="0" presId="urn:microsoft.com/office/officeart/2005/8/layout/gear1"/>
    <dgm:cxn modelId="{0F881133-ECA0-4A5E-A3B6-D5752F078E81}" type="presParOf" srcId="{2591DE55-F9D3-4509-A406-DE51CBE114BD}" destId="{D0F1A31A-92FD-4657-926C-13200D7A2F8C}" srcOrd="11" destOrd="0" presId="urn:microsoft.com/office/officeart/2005/8/layout/gear1"/>
    <dgm:cxn modelId="{3153D199-5C9E-4885-847F-F2DFB16FAABF}" type="presParOf" srcId="{2591DE55-F9D3-4509-A406-DE51CBE114BD}" destId="{9FB7C793-1FC5-45FC-8E12-161DEDFA7034}"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BCE046C-F3EF-4652-B6D9-7B231D927FEC}"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D3E89257-1523-492B-AE49-EFFC09369DB4}">
      <dgm:prSet phldrT="[Text]"/>
      <dgm:spPr>
        <a:solidFill>
          <a:srgbClr val="00B0F0"/>
        </a:solidFill>
      </dgm:spPr>
      <dgm:t>
        <a:bodyPr/>
        <a:lstStyle/>
        <a:p>
          <a:r>
            <a:rPr lang="fa-IR" dirty="0"/>
            <a:t>بهینه سازی</a:t>
          </a:r>
          <a:endParaRPr lang="en-US" dirty="0"/>
        </a:p>
      </dgm:t>
    </dgm:pt>
    <dgm:pt modelId="{AF6A92A9-A96E-4D38-B21C-C940A9FA0407}" type="parTrans" cxnId="{D99DB76F-5B80-4C7D-A291-DBE2716CEEE2}">
      <dgm:prSet/>
      <dgm:spPr/>
      <dgm:t>
        <a:bodyPr/>
        <a:lstStyle/>
        <a:p>
          <a:endParaRPr lang="en-US"/>
        </a:p>
      </dgm:t>
    </dgm:pt>
    <dgm:pt modelId="{552616AE-810A-462C-B94D-218FFA5681E2}" type="sibTrans" cxnId="{D99DB76F-5B80-4C7D-A291-DBE2716CEEE2}">
      <dgm:prSet/>
      <dgm:spPr/>
      <dgm:t>
        <a:bodyPr/>
        <a:lstStyle/>
        <a:p>
          <a:endParaRPr lang="en-US"/>
        </a:p>
      </dgm:t>
    </dgm:pt>
    <dgm:pt modelId="{B9FD17E2-FBFA-452A-B63E-3D6197C96306}">
      <dgm:prSet phldrT="[Text]"/>
      <dgm:spPr>
        <a:solidFill>
          <a:srgbClr val="92D050"/>
        </a:solidFill>
      </dgm:spPr>
      <dgm:t>
        <a:bodyPr/>
        <a:lstStyle/>
        <a:p>
          <a:r>
            <a:rPr lang="fa-IR" dirty="0"/>
            <a:t>حداقل رساندن ضایعات</a:t>
          </a:r>
          <a:endParaRPr lang="en-US" dirty="0"/>
        </a:p>
      </dgm:t>
    </dgm:pt>
    <dgm:pt modelId="{AD7B73C3-A2A5-4F07-BC2A-3B44EA7A102F}" type="parTrans" cxnId="{699B58E6-50D9-4425-9122-EACC25FE7732}">
      <dgm:prSet/>
      <dgm:spPr/>
      <dgm:t>
        <a:bodyPr/>
        <a:lstStyle/>
        <a:p>
          <a:endParaRPr lang="en-US"/>
        </a:p>
      </dgm:t>
    </dgm:pt>
    <dgm:pt modelId="{A55D7091-3373-452B-B827-FC371B58D116}" type="sibTrans" cxnId="{699B58E6-50D9-4425-9122-EACC25FE7732}">
      <dgm:prSet/>
      <dgm:spPr/>
      <dgm:t>
        <a:bodyPr/>
        <a:lstStyle/>
        <a:p>
          <a:endParaRPr lang="en-US"/>
        </a:p>
      </dgm:t>
    </dgm:pt>
    <dgm:pt modelId="{C4DB8DBF-8A32-46BA-9307-E28C94CC915F}">
      <dgm:prSet phldrT="[Text]"/>
      <dgm:spPr>
        <a:solidFill>
          <a:schemeClr val="accent6">
            <a:lumMod val="60000"/>
            <a:lumOff val="40000"/>
          </a:schemeClr>
        </a:solidFill>
      </dgm:spPr>
      <dgm:t>
        <a:bodyPr/>
        <a:lstStyle/>
        <a:p>
          <a:r>
            <a:rPr lang="fa-IR" dirty="0"/>
            <a:t>تشخیص طول عمر</a:t>
          </a:r>
          <a:endParaRPr lang="en-US" dirty="0"/>
        </a:p>
      </dgm:t>
    </dgm:pt>
    <dgm:pt modelId="{21B2D4FB-712F-4DB5-979C-729DC3E96685}" type="parTrans" cxnId="{A75A3D63-473E-4FC8-A8B0-CF85736AB671}">
      <dgm:prSet/>
      <dgm:spPr/>
      <dgm:t>
        <a:bodyPr/>
        <a:lstStyle/>
        <a:p>
          <a:endParaRPr lang="en-US"/>
        </a:p>
      </dgm:t>
    </dgm:pt>
    <dgm:pt modelId="{5AEBD5D7-E381-47C5-89A7-BA1FD42D612B}" type="sibTrans" cxnId="{A75A3D63-473E-4FC8-A8B0-CF85736AB671}">
      <dgm:prSet/>
      <dgm:spPr/>
      <dgm:t>
        <a:bodyPr/>
        <a:lstStyle/>
        <a:p>
          <a:endParaRPr lang="en-US"/>
        </a:p>
      </dgm:t>
    </dgm:pt>
    <dgm:pt modelId="{F67608CC-89D0-41C5-836E-73393E6A6F4D}">
      <dgm:prSet phldrT="[Text]"/>
      <dgm:spPr>
        <a:solidFill>
          <a:schemeClr val="accent3">
            <a:lumMod val="60000"/>
            <a:lumOff val="40000"/>
          </a:schemeClr>
        </a:solidFill>
      </dgm:spPr>
      <dgm:t>
        <a:bodyPr/>
        <a:lstStyle/>
        <a:p>
          <a:r>
            <a:rPr lang="fa-IR" dirty="0"/>
            <a:t>بازیافت</a:t>
          </a:r>
          <a:endParaRPr lang="en-US" dirty="0"/>
        </a:p>
      </dgm:t>
    </dgm:pt>
    <dgm:pt modelId="{91D42D45-AABB-40EA-8FD6-D133F8AB7643}" type="parTrans" cxnId="{55A0C89E-8F8F-42C4-847F-D9D2FC42A8A3}">
      <dgm:prSet/>
      <dgm:spPr/>
      <dgm:t>
        <a:bodyPr/>
        <a:lstStyle/>
        <a:p>
          <a:endParaRPr lang="en-US"/>
        </a:p>
      </dgm:t>
    </dgm:pt>
    <dgm:pt modelId="{454BC8F5-85BF-4BD8-BF89-BC624968637C}" type="sibTrans" cxnId="{55A0C89E-8F8F-42C4-847F-D9D2FC42A8A3}">
      <dgm:prSet/>
      <dgm:spPr/>
      <dgm:t>
        <a:bodyPr/>
        <a:lstStyle/>
        <a:p>
          <a:endParaRPr lang="en-US"/>
        </a:p>
      </dgm:t>
    </dgm:pt>
    <dgm:pt modelId="{A8A00A10-995E-4F55-B524-EA46E8FCFB9B}">
      <dgm:prSet phldrT="[Text]"/>
      <dgm:spPr>
        <a:solidFill>
          <a:srgbClr val="FFC000"/>
        </a:solidFill>
      </dgm:spPr>
      <dgm:t>
        <a:bodyPr/>
        <a:lstStyle/>
        <a:p>
          <a:r>
            <a:rPr lang="fa-IR" dirty="0"/>
            <a:t>زمان واقعی موجودی</a:t>
          </a:r>
          <a:endParaRPr lang="en-US" dirty="0"/>
        </a:p>
      </dgm:t>
    </dgm:pt>
    <dgm:pt modelId="{C9076EFE-7609-4F94-91ED-1C100D9A89C0}" type="parTrans" cxnId="{F0B621F1-9616-4133-B032-094EB1912E3E}">
      <dgm:prSet/>
      <dgm:spPr/>
      <dgm:t>
        <a:bodyPr/>
        <a:lstStyle/>
        <a:p>
          <a:endParaRPr lang="en-US"/>
        </a:p>
      </dgm:t>
    </dgm:pt>
    <dgm:pt modelId="{1F3AFC05-F9CF-4C9C-BE71-3880D806EAF7}" type="sibTrans" cxnId="{F0B621F1-9616-4133-B032-094EB1912E3E}">
      <dgm:prSet/>
      <dgm:spPr/>
      <dgm:t>
        <a:bodyPr/>
        <a:lstStyle/>
        <a:p>
          <a:endParaRPr lang="en-US"/>
        </a:p>
      </dgm:t>
    </dgm:pt>
    <dgm:pt modelId="{5E7B052F-7E29-4064-AFB1-2A1D809C7F71}" type="pres">
      <dgm:prSet presAssocID="{DBCE046C-F3EF-4652-B6D9-7B231D927FEC}" presName="Name0" presStyleCnt="0">
        <dgm:presLayoutVars>
          <dgm:dir/>
          <dgm:resizeHandles val="exact"/>
        </dgm:presLayoutVars>
      </dgm:prSet>
      <dgm:spPr/>
    </dgm:pt>
    <dgm:pt modelId="{9E7A94AB-CE96-4919-A180-331E24112D30}" type="pres">
      <dgm:prSet presAssocID="{DBCE046C-F3EF-4652-B6D9-7B231D927FEC}" presName="cycle" presStyleCnt="0"/>
      <dgm:spPr/>
    </dgm:pt>
    <dgm:pt modelId="{CA277AEF-BB8B-48AC-901E-C7CC861DAA5F}" type="pres">
      <dgm:prSet presAssocID="{D3E89257-1523-492B-AE49-EFFC09369DB4}" presName="nodeFirstNode" presStyleLbl="node1" presStyleIdx="0" presStyleCnt="5">
        <dgm:presLayoutVars>
          <dgm:bulletEnabled val="1"/>
        </dgm:presLayoutVars>
      </dgm:prSet>
      <dgm:spPr/>
    </dgm:pt>
    <dgm:pt modelId="{44E12C30-BCBB-4A56-B133-E83DBD71B0B4}" type="pres">
      <dgm:prSet presAssocID="{552616AE-810A-462C-B94D-218FFA5681E2}" presName="sibTransFirstNode" presStyleLbl="bgShp" presStyleIdx="0" presStyleCnt="1"/>
      <dgm:spPr/>
    </dgm:pt>
    <dgm:pt modelId="{9880D099-6282-40DC-9C5B-9ADEDD82C6C5}" type="pres">
      <dgm:prSet presAssocID="{A8A00A10-995E-4F55-B524-EA46E8FCFB9B}" presName="nodeFollowingNodes" presStyleLbl="node1" presStyleIdx="1" presStyleCnt="5">
        <dgm:presLayoutVars>
          <dgm:bulletEnabled val="1"/>
        </dgm:presLayoutVars>
      </dgm:prSet>
      <dgm:spPr/>
    </dgm:pt>
    <dgm:pt modelId="{B711CF89-4C8B-466C-B4EF-F929A05AEA8C}" type="pres">
      <dgm:prSet presAssocID="{B9FD17E2-FBFA-452A-B63E-3D6197C96306}" presName="nodeFollowingNodes" presStyleLbl="node1" presStyleIdx="2" presStyleCnt="5">
        <dgm:presLayoutVars>
          <dgm:bulletEnabled val="1"/>
        </dgm:presLayoutVars>
      </dgm:prSet>
      <dgm:spPr/>
    </dgm:pt>
    <dgm:pt modelId="{F086FA1C-B1A9-44C7-808C-6421942E64C7}" type="pres">
      <dgm:prSet presAssocID="{C4DB8DBF-8A32-46BA-9307-E28C94CC915F}" presName="nodeFollowingNodes" presStyleLbl="node1" presStyleIdx="3" presStyleCnt="5">
        <dgm:presLayoutVars>
          <dgm:bulletEnabled val="1"/>
        </dgm:presLayoutVars>
      </dgm:prSet>
      <dgm:spPr/>
    </dgm:pt>
    <dgm:pt modelId="{3CE35292-10A2-4694-A607-31738EE4013E}" type="pres">
      <dgm:prSet presAssocID="{F67608CC-89D0-41C5-836E-73393E6A6F4D}" presName="nodeFollowingNodes" presStyleLbl="node1" presStyleIdx="4" presStyleCnt="5">
        <dgm:presLayoutVars>
          <dgm:bulletEnabled val="1"/>
        </dgm:presLayoutVars>
      </dgm:prSet>
      <dgm:spPr/>
    </dgm:pt>
  </dgm:ptLst>
  <dgm:cxnLst>
    <dgm:cxn modelId="{8044FE29-593D-4211-8DBE-DB64148580C3}" type="presOf" srcId="{D3E89257-1523-492B-AE49-EFFC09369DB4}" destId="{CA277AEF-BB8B-48AC-901E-C7CC861DAA5F}" srcOrd="0" destOrd="0" presId="urn:microsoft.com/office/officeart/2005/8/layout/cycle3"/>
    <dgm:cxn modelId="{828F6C5C-CDF7-471E-95D4-B442445EABF3}" type="presOf" srcId="{F67608CC-89D0-41C5-836E-73393E6A6F4D}" destId="{3CE35292-10A2-4694-A607-31738EE4013E}" srcOrd="0" destOrd="0" presId="urn:microsoft.com/office/officeart/2005/8/layout/cycle3"/>
    <dgm:cxn modelId="{A75A3D63-473E-4FC8-A8B0-CF85736AB671}" srcId="{DBCE046C-F3EF-4652-B6D9-7B231D927FEC}" destId="{C4DB8DBF-8A32-46BA-9307-E28C94CC915F}" srcOrd="3" destOrd="0" parTransId="{21B2D4FB-712F-4DB5-979C-729DC3E96685}" sibTransId="{5AEBD5D7-E381-47C5-89A7-BA1FD42D612B}"/>
    <dgm:cxn modelId="{85C00D4C-3539-4E3C-B4A0-73FD3AA82342}" type="presOf" srcId="{DBCE046C-F3EF-4652-B6D9-7B231D927FEC}" destId="{5E7B052F-7E29-4064-AFB1-2A1D809C7F71}" srcOrd="0" destOrd="0" presId="urn:microsoft.com/office/officeart/2005/8/layout/cycle3"/>
    <dgm:cxn modelId="{D99DB76F-5B80-4C7D-A291-DBE2716CEEE2}" srcId="{DBCE046C-F3EF-4652-B6D9-7B231D927FEC}" destId="{D3E89257-1523-492B-AE49-EFFC09369DB4}" srcOrd="0" destOrd="0" parTransId="{AF6A92A9-A96E-4D38-B21C-C940A9FA0407}" sibTransId="{552616AE-810A-462C-B94D-218FFA5681E2}"/>
    <dgm:cxn modelId="{8FF83177-AE52-412D-B547-27D31D00A0B2}" type="presOf" srcId="{A8A00A10-995E-4F55-B524-EA46E8FCFB9B}" destId="{9880D099-6282-40DC-9C5B-9ADEDD82C6C5}" srcOrd="0" destOrd="0" presId="urn:microsoft.com/office/officeart/2005/8/layout/cycle3"/>
    <dgm:cxn modelId="{EC5E537C-4CBF-483A-B895-2D92D4451242}" type="presOf" srcId="{B9FD17E2-FBFA-452A-B63E-3D6197C96306}" destId="{B711CF89-4C8B-466C-B4EF-F929A05AEA8C}" srcOrd="0" destOrd="0" presId="urn:microsoft.com/office/officeart/2005/8/layout/cycle3"/>
    <dgm:cxn modelId="{8AB3AF97-55C4-4F65-8268-A0928D18E64F}" type="presOf" srcId="{C4DB8DBF-8A32-46BA-9307-E28C94CC915F}" destId="{F086FA1C-B1A9-44C7-808C-6421942E64C7}" srcOrd="0" destOrd="0" presId="urn:microsoft.com/office/officeart/2005/8/layout/cycle3"/>
    <dgm:cxn modelId="{55A0C89E-8F8F-42C4-847F-D9D2FC42A8A3}" srcId="{DBCE046C-F3EF-4652-B6D9-7B231D927FEC}" destId="{F67608CC-89D0-41C5-836E-73393E6A6F4D}" srcOrd="4" destOrd="0" parTransId="{91D42D45-AABB-40EA-8FD6-D133F8AB7643}" sibTransId="{454BC8F5-85BF-4BD8-BF89-BC624968637C}"/>
    <dgm:cxn modelId="{699B58E6-50D9-4425-9122-EACC25FE7732}" srcId="{DBCE046C-F3EF-4652-B6D9-7B231D927FEC}" destId="{B9FD17E2-FBFA-452A-B63E-3D6197C96306}" srcOrd="2" destOrd="0" parTransId="{AD7B73C3-A2A5-4F07-BC2A-3B44EA7A102F}" sibTransId="{A55D7091-3373-452B-B827-FC371B58D116}"/>
    <dgm:cxn modelId="{F0B621F1-9616-4133-B032-094EB1912E3E}" srcId="{DBCE046C-F3EF-4652-B6D9-7B231D927FEC}" destId="{A8A00A10-995E-4F55-B524-EA46E8FCFB9B}" srcOrd="1" destOrd="0" parTransId="{C9076EFE-7609-4F94-91ED-1C100D9A89C0}" sibTransId="{1F3AFC05-F9CF-4C9C-BE71-3880D806EAF7}"/>
    <dgm:cxn modelId="{C4286FF7-893A-4075-B452-0143ED4ABC12}" type="presOf" srcId="{552616AE-810A-462C-B94D-218FFA5681E2}" destId="{44E12C30-BCBB-4A56-B133-E83DBD71B0B4}" srcOrd="0" destOrd="0" presId="urn:microsoft.com/office/officeart/2005/8/layout/cycle3"/>
    <dgm:cxn modelId="{F9E72C84-A69B-4D42-8E32-AA05F7642C22}" type="presParOf" srcId="{5E7B052F-7E29-4064-AFB1-2A1D809C7F71}" destId="{9E7A94AB-CE96-4919-A180-331E24112D30}" srcOrd="0" destOrd="0" presId="urn:microsoft.com/office/officeart/2005/8/layout/cycle3"/>
    <dgm:cxn modelId="{E618ABD0-1750-445E-A815-1A5A902B6384}" type="presParOf" srcId="{9E7A94AB-CE96-4919-A180-331E24112D30}" destId="{CA277AEF-BB8B-48AC-901E-C7CC861DAA5F}" srcOrd="0" destOrd="0" presId="urn:microsoft.com/office/officeart/2005/8/layout/cycle3"/>
    <dgm:cxn modelId="{FE8B9961-12D0-4715-8FA6-E32D5BD01CC2}" type="presParOf" srcId="{9E7A94AB-CE96-4919-A180-331E24112D30}" destId="{44E12C30-BCBB-4A56-B133-E83DBD71B0B4}" srcOrd="1" destOrd="0" presId="urn:microsoft.com/office/officeart/2005/8/layout/cycle3"/>
    <dgm:cxn modelId="{E9BE6182-FA0A-4AE8-A985-46D8084B6F5D}" type="presParOf" srcId="{9E7A94AB-CE96-4919-A180-331E24112D30}" destId="{9880D099-6282-40DC-9C5B-9ADEDD82C6C5}" srcOrd="2" destOrd="0" presId="urn:microsoft.com/office/officeart/2005/8/layout/cycle3"/>
    <dgm:cxn modelId="{B28E2A32-5A43-4B66-9ED4-799A6712A969}" type="presParOf" srcId="{9E7A94AB-CE96-4919-A180-331E24112D30}" destId="{B711CF89-4C8B-466C-B4EF-F929A05AEA8C}" srcOrd="3" destOrd="0" presId="urn:microsoft.com/office/officeart/2005/8/layout/cycle3"/>
    <dgm:cxn modelId="{CC888B26-DCB5-45F0-9FCD-C2A39EA8CA75}" type="presParOf" srcId="{9E7A94AB-CE96-4919-A180-331E24112D30}" destId="{F086FA1C-B1A9-44C7-808C-6421942E64C7}" srcOrd="4" destOrd="0" presId="urn:microsoft.com/office/officeart/2005/8/layout/cycle3"/>
    <dgm:cxn modelId="{F9015AB2-8197-4144-B9A5-78B0A667FB08}" type="presParOf" srcId="{9E7A94AB-CE96-4919-A180-331E24112D30}" destId="{3CE35292-10A2-4694-A607-31738EE4013E}"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BCCFC4-F829-4A60-A385-68C9C26A40B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7372BCD9-F4F0-427E-840B-115DA8AA7B5E}">
      <dgm:prSet phldrT="[Text]"/>
      <dgm:spPr/>
      <dgm:t>
        <a:bodyPr/>
        <a:lstStyle/>
        <a:p>
          <a:r>
            <a:rPr lang="en-US"/>
            <a:t>Tracking</a:t>
          </a:r>
          <a:endParaRPr lang="en-US" dirty="0"/>
        </a:p>
      </dgm:t>
    </dgm:pt>
    <dgm:pt modelId="{9AF31579-00E9-4653-8E63-5A008B6C9F01}" type="parTrans" cxnId="{93C3ED46-F36C-4B02-867A-8E1DE36FAE33}">
      <dgm:prSet/>
      <dgm:spPr/>
      <dgm:t>
        <a:bodyPr/>
        <a:lstStyle/>
        <a:p>
          <a:endParaRPr lang="en-US"/>
        </a:p>
      </dgm:t>
    </dgm:pt>
    <dgm:pt modelId="{166279E1-CBE3-43FA-B2A1-FB95B84F76C9}" type="sibTrans" cxnId="{93C3ED46-F36C-4B02-867A-8E1DE36FAE33}">
      <dgm:prSet/>
      <dgm:spPr/>
      <dgm:t>
        <a:bodyPr/>
        <a:lstStyle/>
        <a:p>
          <a:endParaRPr lang="en-US"/>
        </a:p>
      </dgm:t>
    </dgm:pt>
    <dgm:pt modelId="{485E1CAA-87ED-4C01-9D62-DCF0952B3357}">
      <dgm:prSet phldrT="[Text]"/>
      <dgm:spPr/>
      <dgm:t>
        <a:bodyPr/>
        <a:lstStyle/>
        <a:p>
          <a:r>
            <a:rPr lang="en-US" dirty="0"/>
            <a:t>Optimization</a:t>
          </a:r>
        </a:p>
      </dgm:t>
    </dgm:pt>
    <dgm:pt modelId="{1CE22E99-F6A3-4387-A3C9-442A05CE1B1C}" type="parTrans" cxnId="{C3F9DEC1-8A74-496C-84A9-55FCEA7CD23A}">
      <dgm:prSet/>
      <dgm:spPr/>
      <dgm:t>
        <a:bodyPr/>
        <a:lstStyle/>
        <a:p>
          <a:endParaRPr lang="en-US"/>
        </a:p>
      </dgm:t>
    </dgm:pt>
    <dgm:pt modelId="{6DE75E8E-DB43-4165-B310-4372A137EBDF}" type="sibTrans" cxnId="{C3F9DEC1-8A74-496C-84A9-55FCEA7CD23A}">
      <dgm:prSet/>
      <dgm:spPr/>
      <dgm:t>
        <a:bodyPr/>
        <a:lstStyle/>
        <a:p>
          <a:endParaRPr lang="en-US"/>
        </a:p>
      </dgm:t>
    </dgm:pt>
    <dgm:pt modelId="{DB602BDB-3E43-45ED-8ECE-0115C725D8ED}">
      <dgm:prSet phldrT="[Text]" custT="1"/>
      <dgm:spPr/>
      <dgm:t>
        <a:bodyPr/>
        <a:lstStyle/>
        <a:p>
          <a:pPr algn="r" rtl="1">
            <a:buFontTx/>
            <a:buNone/>
          </a:pPr>
          <a:r>
            <a:rPr lang="fa-IR" sz="1700" kern="1200" dirty="0">
              <a:solidFill>
                <a:prstClr val="black">
                  <a:hueOff val="0"/>
                  <a:satOff val="0"/>
                  <a:lumOff val="0"/>
                  <a:alphaOff val="0"/>
                </a:prstClr>
              </a:solidFill>
              <a:latin typeface="Century Gothic" panose="020B0502020202020204"/>
              <a:ea typeface="+mn-ea"/>
              <a:cs typeface="Tahoma" panose="020B0604030504040204" pitchFamily="34" charset="0"/>
            </a:rPr>
            <a:t>سیستمی که ترکیبی از سیستم های حمل و نقل هوشمند (</a:t>
          </a:r>
          <a:r>
            <a:rPr lang="en-US" sz="1700" kern="1200" dirty="0">
              <a:solidFill>
                <a:prstClr val="black">
                  <a:hueOff val="0"/>
                  <a:satOff val="0"/>
                  <a:lumOff val="0"/>
                  <a:alphaOff val="0"/>
                </a:prstClr>
              </a:solidFill>
              <a:latin typeface="Century Gothic" panose="020B0502020202020204"/>
              <a:ea typeface="+mn-ea"/>
              <a:cs typeface="Tahoma" panose="020B0604030504040204" pitchFamily="34" charset="0"/>
            </a:rPr>
            <a:t>RFID</a:t>
          </a:r>
          <a:r>
            <a:rPr lang="fa-IR" sz="1700" kern="1200" dirty="0">
              <a:solidFill>
                <a:prstClr val="black">
                  <a:hueOff val="0"/>
                  <a:satOff val="0"/>
                  <a:lumOff val="0"/>
                  <a:alphaOff val="0"/>
                </a:prstClr>
              </a:solidFill>
              <a:latin typeface="Century Gothic" panose="020B0502020202020204"/>
              <a:ea typeface="+mn-ea"/>
              <a:cs typeface="Tahoma" panose="020B0604030504040204" pitchFamily="34" charset="0"/>
            </a:rPr>
            <a:t> ها،حسگرها، دوربین‌ها، محرک‌ها وسیستم‌های نظارتی) و یک سیستم تصمیم گیری پیشرفته (شامل اشتراک گذاری داده ها بین رانندگان کامیون در زمان واقعی برای انجام بهینه سازی مسیر پویا)برای جمع آوری کارآمد زباله</a:t>
          </a:r>
          <a:endParaRPr lang="en-US" sz="1700" kern="1200" dirty="0">
            <a:solidFill>
              <a:prstClr val="black">
                <a:hueOff val="0"/>
                <a:satOff val="0"/>
                <a:lumOff val="0"/>
                <a:alphaOff val="0"/>
              </a:prstClr>
            </a:solidFill>
            <a:latin typeface="Century Gothic" panose="020B0502020202020204"/>
            <a:ea typeface="+mn-ea"/>
            <a:cs typeface="Tahoma" panose="020B0604030504040204" pitchFamily="34" charset="0"/>
          </a:endParaRPr>
        </a:p>
      </dgm:t>
    </dgm:pt>
    <dgm:pt modelId="{0CDACEA4-AF10-4C4E-87C5-703F700E6F82}" type="parTrans" cxnId="{FE2C3989-9B68-41E2-82B1-86E4C71A35D3}">
      <dgm:prSet/>
      <dgm:spPr/>
      <dgm:t>
        <a:bodyPr/>
        <a:lstStyle/>
        <a:p>
          <a:endParaRPr lang="en-US"/>
        </a:p>
      </dgm:t>
    </dgm:pt>
    <dgm:pt modelId="{17267708-FCAF-4ECB-9E15-040F0C9C87A4}" type="sibTrans" cxnId="{FE2C3989-9B68-41E2-82B1-86E4C71A35D3}">
      <dgm:prSet/>
      <dgm:spPr/>
      <dgm:t>
        <a:bodyPr/>
        <a:lstStyle/>
        <a:p>
          <a:endParaRPr lang="en-US"/>
        </a:p>
      </dgm:t>
    </dgm:pt>
    <dgm:pt modelId="{9B53FDD3-F6E7-49FE-AACC-D15F48D43891}">
      <dgm:prSet custT="1"/>
      <dgm:spPr/>
      <dgm:t>
        <a:bodyPr/>
        <a:lstStyle/>
        <a:p>
          <a:pPr algn="r" rtl="1">
            <a:buFontTx/>
            <a:buNone/>
          </a:pPr>
          <a:r>
            <a:rPr lang="fa-IR" sz="1800" dirty="0"/>
            <a:t>یک پروژه تحقیقاتی به نام </a:t>
          </a:r>
          <a:r>
            <a:rPr lang="en-US" sz="1800" dirty="0"/>
            <a:t>POIROT</a:t>
          </a:r>
          <a:r>
            <a:rPr lang="fa-IR" sz="1800" dirty="0"/>
            <a:t> که از فناوری های </a:t>
          </a:r>
          <a:r>
            <a:rPr lang="en-US" sz="1800" dirty="0"/>
            <a:t>IoT</a:t>
          </a:r>
          <a:r>
            <a:rPr lang="fa-IR" sz="1800" dirty="0"/>
            <a:t> بهره برداری می کند،</a:t>
          </a:r>
          <a:endParaRPr lang="en-US" sz="1800" dirty="0"/>
        </a:p>
      </dgm:t>
    </dgm:pt>
    <dgm:pt modelId="{E639F1A2-602A-48DE-99EE-79772728C79E}" type="parTrans" cxnId="{8AB67BD1-5295-4B2A-B4DB-99F9B2B5BB8D}">
      <dgm:prSet/>
      <dgm:spPr/>
      <dgm:t>
        <a:bodyPr/>
        <a:lstStyle/>
        <a:p>
          <a:endParaRPr lang="en-US"/>
        </a:p>
      </dgm:t>
    </dgm:pt>
    <dgm:pt modelId="{78AAB6C0-C881-486D-A7E6-0DD4A3BE5E1B}" type="sibTrans" cxnId="{8AB67BD1-5295-4B2A-B4DB-99F9B2B5BB8D}">
      <dgm:prSet/>
      <dgm:spPr/>
      <dgm:t>
        <a:bodyPr/>
        <a:lstStyle/>
        <a:p>
          <a:endParaRPr lang="en-US"/>
        </a:p>
      </dgm:t>
    </dgm:pt>
    <dgm:pt modelId="{C8C9A013-E13A-4F4E-9364-44BBE47CBC06}">
      <dgm:prSet custT="1"/>
      <dgm:spPr/>
      <dgm:t>
        <a:bodyPr/>
        <a:lstStyle/>
        <a:p>
          <a:pPr algn="r" rtl="1">
            <a:buFontTx/>
            <a:buNone/>
          </a:pPr>
          <a:r>
            <a:rPr lang="fa-IR" sz="1800" dirty="0"/>
            <a:t>با هدف ایجاد بستری برای ردیابی پسماندهای آلی</a:t>
          </a:r>
          <a:endParaRPr lang="en-US" sz="1800" dirty="0"/>
        </a:p>
      </dgm:t>
    </dgm:pt>
    <dgm:pt modelId="{46DAAF4F-3DBB-4418-B1F5-57EF7B3427F9}" type="parTrans" cxnId="{25A98125-F091-4F70-8289-E600033CC6DE}">
      <dgm:prSet/>
      <dgm:spPr/>
      <dgm:t>
        <a:bodyPr/>
        <a:lstStyle/>
        <a:p>
          <a:endParaRPr lang="en-US"/>
        </a:p>
      </dgm:t>
    </dgm:pt>
    <dgm:pt modelId="{22C7C566-2A25-4472-B7D2-ED8F1AAD65FB}" type="sibTrans" cxnId="{25A98125-F091-4F70-8289-E600033CC6DE}">
      <dgm:prSet/>
      <dgm:spPr/>
      <dgm:t>
        <a:bodyPr/>
        <a:lstStyle/>
        <a:p>
          <a:endParaRPr lang="en-US"/>
        </a:p>
      </dgm:t>
    </dgm:pt>
    <dgm:pt modelId="{D9FF293E-D50C-488C-816D-388FF7261D69}">
      <dgm:prSet custT="1"/>
      <dgm:spPr/>
      <dgm:t>
        <a:bodyPr/>
        <a:lstStyle/>
        <a:p>
          <a:pPr algn="r" rtl="1">
            <a:buFontTx/>
            <a:buNone/>
          </a:pPr>
          <a:r>
            <a:rPr lang="fa-IR" sz="1800" dirty="0"/>
            <a:t>و آن را به مواد بی اثر، بی بو و ضد عفونی شده تبدیل می کند</a:t>
          </a:r>
          <a:endParaRPr lang="en-US" sz="1800" dirty="0"/>
        </a:p>
      </dgm:t>
    </dgm:pt>
    <dgm:pt modelId="{A9A84D50-0370-4031-B752-88EEF9D21DAF}" type="parTrans" cxnId="{F003FCE3-36BA-4D67-9740-4CFFEE7AC2F0}">
      <dgm:prSet/>
      <dgm:spPr/>
      <dgm:t>
        <a:bodyPr/>
        <a:lstStyle/>
        <a:p>
          <a:endParaRPr lang="en-US"/>
        </a:p>
      </dgm:t>
    </dgm:pt>
    <dgm:pt modelId="{FC96C4D5-6198-4607-8857-0BE9BBFD0330}" type="sibTrans" cxnId="{F003FCE3-36BA-4D67-9740-4CFFEE7AC2F0}">
      <dgm:prSet/>
      <dgm:spPr/>
      <dgm:t>
        <a:bodyPr/>
        <a:lstStyle/>
        <a:p>
          <a:endParaRPr lang="en-US"/>
        </a:p>
      </dgm:t>
    </dgm:pt>
    <dgm:pt modelId="{549B639F-2008-490B-8C37-F83DF7022565}">
      <dgm:prSet/>
      <dgm:spPr/>
      <dgm:t>
        <a:bodyPr/>
        <a:lstStyle/>
        <a:p>
          <a:r>
            <a:rPr lang="en-US"/>
            <a:t>Monitoring</a:t>
          </a:r>
        </a:p>
      </dgm:t>
    </dgm:pt>
    <dgm:pt modelId="{E17AA3EC-7686-40AF-85D3-FA6F0798F26A}" type="parTrans" cxnId="{CD412EE5-F665-4EC5-86E8-167A1DDA6140}">
      <dgm:prSet/>
      <dgm:spPr/>
      <dgm:t>
        <a:bodyPr/>
        <a:lstStyle/>
        <a:p>
          <a:endParaRPr lang="en-US"/>
        </a:p>
      </dgm:t>
    </dgm:pt>
    <dgm:pt modelId="{6D509CAE-6A38-45A9-81C3-47B4AC0C0FE0}" type="sibTrans" cxnId="{CD412EE5-F665-4EC5-86E8-167A1DDA6140}">
      <dgm:prSet/>
      <dgm:spPr/>
      <dgm:t>
        <a:bodyPr/>
        <a:lstStyle/>
        <a:p>
          <a:endParaRPr lang="en-US"/>
        </a:p>
      </dgm:t>
    </dgm:pt>
    <dgm:pt modelId="{7080C259-9137-4D16-9A66-5F04707C5E80}">
      <dgm:prSet custT="1"/>
      <dgm:spPr/>
      <dgm:t>
        <a:bodyPr/>
        <a:lstStyle/>
        <a:p>
          <a:pPr algn="r" rtl="1">
            <a:buFontTx/>
            <a:buNone/>
          </a:pPr>
          <a:r>
            <a:rPr lang="fa-IR" sz="1800" dirty="0"/>
            <a:t>یک سیستم پشتیبانی تصمیم گیری مجهز به اینترنت اشیا برای مدل </a:t>
          </a:r>
          <a:r>
            <a:rPr lang="en-US" sz="1800" dirty="0"/>
            <a:t>CE</a:t>
          </a:r>
          <a:r>
            <a:rPr lang="fa-IR" sz="1800" dirty="0"/>
            <a:t> که عدم قطعیت ارزش باقیمانده یک محصول را بر اساس چرخه عمر ازسنسورهای </a:t>
          </a:r>
          <a:r>
            <a:rPr lang="en-US" sz="1800" dirty="0"/>
            <a:t>IoT</a:t>
          </a:r>
          <a:r>
            <a:rPr lang="fa-IR" sz="1800" dirty="0"/>
            <a:t> نظارت می شود</a:t>
          </a:r>
          <a:endParaRPr lang="en-US" sz="1800" dirty="0"/>
        </a:p>
      </dgm:t>
    </dgm:pt>
    <dgm:pt modelId="{C838EF55-3383-4B96-BED7-40EAB114F3D1}" type="parTrans" cxnId="{3FEA74E0-0999-4F43-B457-3BBB63DF54F5}">
      <dgm:prSet/>
      <dgm:spPr/>
      <dgm:t>
        <a:bodyPr/>
        <a:lstStyle/>
        <a:p>
          <a:endParaRPr lang="en-US"/>
        </a:p>
      </dgm:t>
    </dgm:pt>
    <dgm:pt modelId="{E04A4EB5-1666-47F9-B620-C836FBADE168}" type="sibTrans" cxnId="{3FEA74E0-0999-4F43-B457-3BBB63DF54F5}">
      <dgm:prSet/>
      <dgm:spPr/>
      <dgm:t>
        <a:bodyPr/>
        <a:lstStyle/>
        <a:p>
          <a:endParaRPr lang="en-US"/>
        </a:p>
      </dgm:t>
    </dgm:pt>
    <dgm:pt modelId="{DAE9D4D5-077E-4DE4-B957-E2DDAF925459}" type="pres">
      <dgm:prSet presAssocID="{D2BCCFC4-F829-4A60-A385-68C9C26A40BD}" presName="Name0" presStyleCnt="0">
        <dgm:presLayoutVars>
          <dgm:dir/>
          <dgm:animLvl val="lvl"/>
          <dgm:resizeHandles val="exact"/>
        </dgm:presLayoutVars>
      </dgm:prSet>
      <dgm:spPr/>
    </dgm:pt>
    <dgm:pt modelId="{C5AA12A5-0F53-4F6B-934E-FE7F76C28A3F}" type="pres">
      <dgm:prSet presAssocID="{7372BCD9-F4F0-427E-840B-115DA8AA7B5E}" presName="composite" presStyleCnt="0"/>
      <dgm:spPr/>
    </dgm:pt>
    <dgm:pt modelId="{0BA13776-9ACA-4E51-96A8-E8841298E8B9}" type="pres">
      <dgm:prSet presAssocID="{7372BCD9-F4F0-427E-840B-115DA8AA7B5E}" presName="parTx" presStyleLbl="alignNode1" presStyleIdx="0" presStyleCnt="3">
        <dgm:presLayoutVars>
          <dgm:chMax val="0"/>
          <dgm:chPref val="0"/>
          <dgm:bulletEnabled val="1"/>
        </dgm:presLayoutVars>
      </dgm:prSet>
      <dgm:spPr/>
    </dgm:pt>
    <dgm:pt modelId="{169B0998-AF00-4D14-98F2-77CE02A7DBC6}" type="pres">
      <dgm:prSet presAssocID="{7372BCD9-F4F0-427E-840B-115DA8AA7B5E}" presName="desTx" presStyleLbl="alignAccFollowNode1" presStyleIdx="0" presStyleCnt="3">
        <dgm:presLayoutVars>
          <dgm:bulletEnabled val="1"/>
        </dgm:presLayoutVars>
      </dgm:prSet>
      <dgm:spPr/>
    </dgm:pt>
    <dgm:pt modelId="{500BD1F9-74A0-4994-ADEA-32FB035DB7B3}" type="pres">
      <dgm:prSet presAssocID="{166279E1-CBE3-43FA-B2A1-FB95B84F76C9}" presName="space" presStyleCnt="0"/>
      <dgm:spPr/>
    </dgm:pt>
    <dgm:pt modelId="{42C6796B-C4C8-4D5F-842B-B536653BF537}" type="pres">
      <dgm:prSet presAssocID="{485E1CAA-87ED-4C01-9D62-DCF0952B3357}" presName="composite" presStyleCnt="0"/>
      <dgm:spPr/>
    </dgm:pt>
    <dgm:pt modelId="{BE5248B2-B045-417B-BBDC-1C5CF2626C4C}" type="pres">
      <dgm:prSet presAssocID="{485E1CAA-87ED-4C01-9D62-DCF0952B3357}" presName="parTx" presStyleLbl="alignNode1" presStyleIdx="1" presStyleCnt="3">
        <dgm:presLayoutVars>
          <dgm:chMax val="0"/>
          <dgm:chPref val="0"/>
          <dgm:bulletEnabled val="1"/>
        </dgm:presLayoutVars>
      </dgm:prSet>
      <dgm:spPr/>
    </dgm:pt>
    <dgm:pt modelId="{34ED5977-67E1-482A-BD80-9A8A2E324F40}" type="pres">
      <dgm:prSet presAssocID="{485E1CAA-87ED-4C01-9D62-DCF0952B3357}" presName="desTx" presStyleLbl="alignAccFollowNode1" presStyleIdx="1" presStyleCnt="3">
        <dgm:presLayoutVars>
          <dgm:bulletEnabled val="1"/>
        </dgm:presLayoutVars>
      </dgm:prSet>
      <dgm:spPr/>
    </dgm:pt>
    <dgm:pt modelId="{9C8ABDF6-0F3D-4BAF-963C-0B404485F40D}" type="pres">
      <dgm:prSet presAssocID="{6DE75E8E-DB43-4165-B310-4372A137EBDF}" presName="space" presStyleCnt="0"/>
      <dgm:spPr/>
    </dgm:pt>
    <dgm:pt modelId="{8D7E026A-72EE-4976-9F33-3B0739D7DC5A}" type="pres">
      <dgm:prSet presAssocID="{549B639F-2008-490B-8C37-F83DF7022565}" presName="composite" presStyleCnt="0"/>
      <dgm:spPr/>
    </dgm:pt>
    <dgm:pt modelId="{8E94A14C-8732-4473-B47F-883A3B85923A}" type="pres">
      <dgm:prSet presAssocID="{549B639F-2008-490B-8C37-F83DF7022565}" presName="parTx" presStyleLbl="alignNode1" presStyleIdx="2" presStyleCnt="3">
        <dgm:presLayoutVars>
          <dgm:chMax val="0"/>
          <dgm:chPref val="0"/>
          <dgm:bulletEnabled val="1"/>
        </dgm:presLayoutVars>
      </dgm:prSet>
      <dgm:spPr/>
    </dgm:pt>
    <dgm:pt modelId="{5B648BBA-84D1-430E-8F91-50557CA48E64}" type="pres">
      <dgm:prSet presAssocID="{549B639F-2008-490B-8C37-F83DF7022565}" presName="desTx" presStyleLbl="alignAccFollowNode1" presStyleIdx="2" presStyleCnt="3" custLinFactNeighborX="1998">
        <dgm:presLayoutVars>
          <dgm:bulletEnabled val="1"/>
        </dgm:presLayoutVars>
      </dgm:prSet>
      <dgm:spPr/>
    </dgm:pt>
  </dgm:ptLst>
  <dgm:cxnLst>
    <dgm:cxn modelId="{D2A99A0B-A7E6-4546-89FC-020F561AE2C7}" type="presOf" srcId="{D2BCCFC4-F829-4A60-A385-68C9C26A40BD}" destId="{DAE9D4D5-077E-4DE4-B957-E2DDAF925459}" srcOrd="0" destOrd="0" presId="urn:microsoft.com/office/officeart/2005/8/layout/hList1"/>
    <dgm:cxn modelId="{2903F10F-EDDC-40AC-91D8-7B96869070D0}" type="presOf" srcId="{549B639F-2008-490B-8C37-F83DF7022565}" destId="{8E94A14C-8732-4473-B47F-883A3B85923A}" srcOrd="0" destOrd="0" presId="urn:microsoft.com/office/officeart/2005/8/layout/hList1"/>
    <dgm:cxn modelId="{25A98125-F091-4F70-8289-E600033CC6DE}" srcId="{7372BCD9-F4F0-427E-840B-115DA8AA7B5E}" destId="{C8C9A013-E13A-4F4E-9364-44BBE47CBC06}" srcOrd="1" destOrd="0" parTransId="{46DAAF4F-3DBB-4418-B1F5-57EF7B3427F9}" sibTransId="{22C7C566-2A25-4472-B7D2-ED8F1AAD65FB}"/>
    <dgm:cxn modelId="{8793AC40-B32C-4E04-B2E0-5F13D2C7F117}" type="presOf" srcId="{7372BCD9-F4F0-427E-840B-115DA8AA7B5E}" destId="{0BA13776-9ACA-4E51-96A8-E8841298E8B9}" srcOrd="0" destOrd="0" presId="urn:microsoft.com/office/officeart/2005/8/layout/hList1"/>
    <dgm:cxn modelId="{93C3ED46-F36C-4B02-867A-8E1DE36FAE33}" srcId="{D2BCCFC4-F829-4A60-A385-68C9C26A40BD}" destId="{7372BCD9-F4F0-427E-840B-115DA8AA7B5E}" srcOrd="0" destOrd="0" parTransId="{9AF31579-00E9-4653-8E63-5A008B6C9F01}" sibTransId="{166279E1-CBE3-43FA-B2A1-FB95B84F76C9}"/>
    <dgm:cxn modelId="{1DBAA87E-B0C1-4C65-A040-C6D551E7A84B}" type="presOf" srcId="{DB602BDB-3E43-45ED-8ECE-0115C725D8ED}" destId="{34ED5977-67E1-482A-BD80-9A8A2E324F40}" srcOrd="0" destOrd="0" presId="urn:microsoft.com/office/officeart/2005/8/layout/hList1"/>
    <dgm:cxn modelId="{FE2C3989-9B68-41E2-82B1-86E4C71A35D3}" srcId="{485E1CAA-87ED-4C01-9D62-DCF0952B3357}" destId="{DB602BDB-3E43-45ED-8ECE-0115C725D8ED}" srcOrd="0" destOrd="0" parTransId="{0CDACEA4-AF10-4C4E-87C5-703F700E6F82}" sibTransId="{17267708-FCAF-4ECB-9E15-040F0C9C87A4}"/>
    <dgm:cxn modelId="{1B060CAD-B3FE-4AAB-B443-36A37C4EE4AD}" type="presOf" srcId="{485E1CAA-87ED-4C01-9D62-DCF0952B3357}" destId="{BE5248B2-B045-417B-BBDC-1C5CF2626C4C}" srcOrd="0" destOrd="0" presId="urn:microsoft.com/office/officeart/2005/8/layout/hList1"/>
    <dgm:cxn modelId="{617219B8-53D2-46F2-9980-0C39CEC67002}" type="presOf" srcId="{9B53FDD3-F6E7-49FE-AACC-D15F48D43891}" destId="{169B0998-AF00-4D14-98F2-77CE02A7DBC6}" srcOrd="0" destOrd="0" presId="urn:microsoft.com/office/officeart/2005/8/layout/hList1"/>
    <dgm:cxn modelId="{C3F9DEC1-8A74-496C-84A9-55FCEA7CD23A}" srcId="{D2BCCFC4-F829-4A60-A385-68C9C26A40BD}" destId="{485E1CAA-87ED-4C01-9D62-DCF0952B3357}" srcOrd="1" destOrd="0" parTransId="{1CE22E99-F6A3-4387-A3C9-442A05CE1B1C}" sibTransId="{6DE75E8E-DB43-4165-B310-4372A137EBDF}"/>
    <dgm:cxn modelId="{8AB67BD1-5295-4B2A-B4DB-99F9B2B5BB8D}" srcId="{7372BCD9-F4F0-427E-840B-115DA8AA7B5E}" destId="{9B53FDD3-F6E7-49FE-AACC-D15F48D43891}" srcOrd="0" destOrd="0" parTransId="{E639F1A2-602A-48DE-99EE-79772728C79E}" sibTransId="{78AAB6C0-C881-486D-A7E6-0DD4A3BE5E1B}"/>
    <dgm:cxn modelId="{7C203DDA-FB99-40A1-B91F-351E4CE01EE8}" type="presOf" srcId="{7080C259-9137-4D16-9A66-5F04707C5E80}" destId="{5B648BBA-84D1-430E-8F91-50557CA48E64}" srcOrd="0" destOrd="0" presId="urn:microsoft.com/office/officeart/2005/8/layout/hList1"/>
    <dgm:cxn modelId="{3FEA74E0-0999-4F43-B457-3BBB63DF54F5}" srcId="{549B639F-2008-490B-8C37-F83DF7022565}" destId="{7080C259-9137-4D16-9A66-5F04707C5E80}" srcOrd="0" destOrd="0" parTransId="{C838EF55-3383-4B96-BED7-40EAB114F3D1}" sibTransId="{E04A4EB5-1666-47F9-B620-C836FBADE168}"/>
    <dgm:cxn modelId="{441D4AE1-24B8-4B97-AA65-BA5101733386}" type="presOf" srcId="{C8C9A013-E13A-4F4E-9364-44BBE47CBC06}" destId="{169B0998-AF00-4D14-98F2-77CE02A7DBC6}" srcOrd="0" destOrd="1" presId="urn:microsoft.com/office/officeart/2005/8/layout/hList1"/>
    <dgm:cxn modelId="{F003FCE3-36BA-4D67-9740-4CFFEE7AC2F0}" srcId="{7372BCD9-F4F0-427E-840B-115DA8AA7B5E}" destId="{D9FF293E-D50C-488C-816D-388FF7261D69}" srcOrd="2" destOrd="0" parTransId="{A9A84D50-0370-4031-B752-88EEF9D21DAF}" sibTransId="{FC96C4D5-6198-4607-8857-0BE9BBFD0330}"/>
    <dgm:cxn modelId="{CD412EE5-F665-4EC5-86E8-167A1DDA6140}" srcId="{D2BCCFC4-F829-4A60-A385-68C9C26A40BD}" destId="{549B639F-2008-490B-8C37-F83DF7022565}" srcOrd="2" destOrd="0" parTransId="{E17AA3EC-7686-40AF-85D3-FA6F0798F26A}" sibTransId="{6D509CAE-6A38-45A9-81C3-47B4AC0C0FE0}"/>
    <dgm:cxn modelId="{4D371EFC-8A76-4644-98FD-D88AA8228162}" type="presOf" srcId="{D9FF293E-D50C-488C-816D-388FF7261D69}" destId="{169B0998-AF00-4D14-98F2-77CE02A7DBC6}" srcOrd="0" destOrd="2" presId="urn:microsoft.com/office/officeart/2005/8/layout/hList1"/>
    <dgm:cxn modelId="{7B171242-36BD-43DC-B1E2-F605060D580F}" type="presParOf" srcId="{DAE9D4D5-077E-4DE4-B957-E2DDAF925459}" destId="{C5AA12A5-0F53-4F6B-934E-FE7F76C28A3F}" srcOrd="0" destOrd="0" presId="urn:microsoft.com/office/officeart/2005/8/layout/hList1"/>
    <dgm:cxn modelId="{15394FD8-45BA-419C-AAD3-3A01E6D303A1}" type="presParOf" srcId="{C5AA12A5-0F53-4F6B-934E-FE7F76C28A3F}" destId="{0BA13776-9ACA-4E51-96A8-E8841298E8B9}" srcOrd="0" destOrd="0" presId="urn:microsoft.com/office/officeart/2005/8/layout/hList1"/>
    <dgm:cxn modelId="{81AF30D1-693C-45A8-9A50-B67E7CAB0582}" type="presParOf" srcId="{C5AA12A5-0F53-4F6B-934E-FE7F76C28A3F}" destId="{169B0998-AF00-4D14-98F2-77CE02A7DBC6}" srcOrd="1" destOrd="0" presId="urn:microsoft.com/office/officeart/2005/8/layout/hList1"/>
    <dgm:cxn modelId="{ADA1BCB4-A666-4089-BABF-FEAF09A4B66D}" type="presParOf" srcId="{DAE9D4D5-077E-4DE4-B957-E2DDAF925459}" destId="{500BD1F9-74A0-4994-ADEA-32FB035DB7B3}" srcOrd="1" destOrd="0" presId="urn:microsoft.com/office/officeart/2005/8/layout/hList1"/>
    <dgm:cxn modelId="{C15B2599-329F-4500-A2A9-FDED562732BA}" type="presParOf" srcId="{DAE9D4D5-077E-4DE4-B957-E2DDAF925459}" destId="{42C6796B-C4C8-4D5F-842B-B536653BF537}" srcOrd="2" destOrd="0" presId="urn:microsoft.com/office/officeart/2005/8/layout/hList1"/>
    <dgm:cxn modelId="{A4B24955-8A33-4B85-A95D-A5B33ACD019C}" type="presParOf" srcId="{42C6796B-C4C8-4D5F-842B-B536653BF537}" destId="{BE5248B2-B045-417B-BBDC-1C5CF2626C4C}" srcOrd="0" destOrd="0" presId="urn:microsoft.com/office/officeart/2005/8/layout/hList1"/>
    <dgm:cxn modelId="{70485BC1-D739-4189-94D9-10D20C0E6153}" type="presParOf" srcId="{42C6796B-C4C8-4D5F-842B-B536653BF537}" destId="{34ED5977-67E1-482A-BD80-9A8A2E324F40}" srcOrd="1" destOrd="0" presId="urn:microsoft.com/office/officeart/2005/8/layout/hList1"/>
    <dgm:cxn modelId="{786910BC-5ED7-4D41-B5EB-CD0A1C89677F}" type="presParOf" srcId="{DAE9D4D5-077E-4DE4-B957-E2DDAF925459}" destId="{9C8ABDF6-0F3D-4BAF-963C-0B404485F40D}" srcOrd="3" destOrd="0" presId="urn:microsoft.com/office/officeart/2005/8/layout/hList1"/>
    <dgm:cxn modelId="{CAE06FBE-6F6A-4441-BF16-613C3FC05E30}" type="presParOf" srcId="{DAE9D4D5-077E-4DE4-B957-E2DDAF925459}" destId="{8D7E026A-72EE-4976-9F33-3B0739D7DC5A}" srcOrd="4" destOrd="0" presId="urn:microsoft.com/office/officeart/2005/8/layout/hList1"/>
    <dgm:cxn modelId="{0D2D0192-58E3-4EA1-8D0A-EC6D04416F29}" type="presParOf" srcId="{8D7E026A-72EE-4976-9F33-3B0739D7DC5A}" destId="{8E94A14C-8732-4473-B47F-883A3B85923A}" srcOrd="0" destOrd="0" presId="urn:microsoft.com/office/officeart/2005/8/layout/hList1"/>
    <dgm:cxn modelId="{ABC5DD54-9FCE-442E-AF1F-A33AE57C7EAC}" type="presParOf" srcId="{8D7E026A-72EE-4976-9F33-3B0739D7DC5A}" destId="{5B648BBA-84D1-430E-8F91-50557CA48E6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7E90A36-9CB4-42E1-90A8-61EA830C956F}" type="doc">
      <dgm:prSet loTypeId="urn:microsoft.com/office/officeart/2005/8/layout/chevronAccent+Icon" loCatId="process" qsTypeId="urn:microsoft.com/office/officeart/2005/8/quickstyle/simple1" qsCatId="simple" csTypeId="urn:microsoft.com/office/officeart/2005/8/colors/accent1_2" csCatId="accent1" phldr="1"/>
      <dgm:spPr/>
    </dgm:pt>
    <dgm:pt modelId="{403B64D9-EB99-49A0-8F2C-4EA0803389F2}">
      <dgm:prSet phldrT="[Text]"/>
      <dgm:spPr/>
      <dgm:t>
        <a:bodyPr/>
        <a:lstStyle/>
        <a:p>
          <a:r>
            <a:rPr lang="fa-IR" dirty="0"/>
            <a:t>نظارت بر الزامات نگهداری</a:t>
          </a:r>
          <a:endParaRPr lang="en-US" dirty="0"/>
        </a:p>
      </dgm:t>
    </dgm:pt>
    <dgm:pt modelId="{B1C508BE-A88D-4137-BC7C-AB58EAEC507D}" type="parTrans" cxnId="{729EDA08-416A-4D45-9630-BF361C5675A9}">
      <dgm:prSet/>
      <dgm:spPr/>
      <dgm:t>
        <a:bodyPr/>
        <a:lstStyle/>
        <a:p>
          <a:endParaRPr lang="en-US"/>
        </a:p>
      </dgm:t>
    </dgm:pt>
    <dgm:pt modelId="{F75778CA-D2B6-4B30-BDF0-08C48B41685D}" type="sibTrans" cxnId="{729EDA08-416A-4D45-9630-BF361C5675A9}">
      <dgm:prSet/>
      <dgm:spPr/>
      <dgm:t>
        <a:bodyPr/>
        <a:lstStyle/>
        <a:p>
          <a:endParaRPr lang="en-US"/>
        </a:p>
      </dgm:t>
    </dgm:pt>
    <dgm:pt modelId="{1BFE07B3-734A-428D-B42F-5A2AF0AAE406}">
      <dgm:prSet phldrT="[Text]"/>
      <dgm:spPr/>
      <dgm:t>
        <a:bodyPr/>
        <a:lstStyle/>
        <a:p>
          <a:r>
            <a:rPr lang="fa-IR" dirty="0"/>
            <a:t>افزایش طول عمر محصول</a:t>
          </a:r>
          <a:endParaRPr lang="en-US" dirty="0"/>
        </a:p>
      </dgm:t>
    </dgm:pt>
    <dgm:pt modelId="{CCFF424C-BF6E-47CF-81EE-C4ABB60397ED}" type="parTrans" cxnId="{A072854C-DE55-4605-AC66-31442C1C4246}">
      <dgm:prSet/>
      <dgm:spPr/>
      <dgm:t>
        <a:bodyPr/>
        <a:lstStyle/>
        <a:p>
          <a:endParaRPr lang="en-US"/>
        </a:p>
      </dgm:t>
    </dgm:pt>
    <dgm:pt modelId="{7BA60B68-5E5E-48F7-B845-57AF08D8F010}" type="sibTrans" cxnId="{A072854C-DE55-4605-AC66-31442C1C4246}">
      <dgm:prSet/>
      <dgm:spPr/>
      <dgm:t>
        <a:bodyPr/>
        <a:lstStyle/>
        <a:p>
          <a:endParaRPr lang="en-US"/>
        </a:p>
      </dgm:t>
    </dgm:pt>
    <dgm:pt modelId="{762D7519-B9A5-4F2D-800D-3ADDE4BD117E}">
      <dgm:prSet phldrT="[Text]"/>
      <dgm:spPr/>
      <dgm:t>
        <a:bodyPr/>
        <a:lstStyle/>
        <a:p>
          <a:r>
            <a:rPr lang="fa-IR" dirty="0"/>
            <a:t>رضایت مشتری</a:t>
          </a:r>
          <a:endParaRPr lang="en-US" dirty="0"/>
        </a:p>
      </dgm:t>
    </dgm:pt>
    <dgm:pt modelId="{F0AD04FC-DEAD-46AD-9160-EE85347A428C}" type="parTrans" cxnId="{3F6F8F4F-A190-4969-819F-51670AA16803}">
      <dgm:prSet/>
      <dgm:spPr/>
      <dgm:t>
        <a:bodyPr/>
        <a:lstStyle/>
        <a:p>
          <a:endParaRPr lang="en-US"/>
        </a:p>
      </dgm:t>
    </dgm:pt>
    <dgm:pt modelId="{4F4A52E1-5B0D-4275-AF6D-A81CF99C8BB7}" type="sibTrans" cxnId="{3F6F8F4F-A190-4969-819F-51670AA16803}">
      <dgm:prSet/>
      <dgm:spPr/>
      <dgm:t>
        <a:bodyPr/>
        <a:lstStyle/>
        <a:p>
          <a:endParaRPr lang="en-US"/>
        </a:p>
      </dgm:t>
    </dgm:pt>
    <dgm:pt modelId="{E6D2BD9C-BD18-4C1D-B6D9-A41FED509D33}" type="pres">
      <dgm:prSet presAssocID="{57E90A36-9CB4-42E1-90A8-61EA830C956F}" presName="Name0" presStyleCnt="0">
        <dgm:presLayoutVars>
          <dgm:dir/>
          <dgm:resizeHandles val="exact"/>
        </dgm:presLayoutVars>
      </dgm:prSet>
      <dgm:spPr/>
    </dgm:pt>
    <dgm:pt modelId="{CD60167B-9209-48C9-94A8-1FEA1C15FD29}" type="pres">
      <dgm:prSet presAssocID="{403B64D9-EB99-49A0-8F2C-4EA0803389F2}" presName="composite" presStyleCnt="0"/>
      <dgm:spPr/>
    </dgm:pt>
    <dgm:pt modelId="{7E0BC724-CC0F-45E7-8C88-4E8412AB37F9}" type="pres">
      <dgm:prSet presAssocID="{403B64D9-EB99-49A0-8F2C-4EA0803389F2}" presName="bgChev" presStyleLbl="node1" presStyleIdx="0" presStyleCnt="3"/>
      <dgm:spPr/>
    </dgm:pt>
    <dgm:pt modelId="{3BF35B3C-449C-4BA8-B9FA-BB938297B80F}" type="pres">
      <dgm:prSet presAssocID="{403B64D9-EB99-49A0-8F2C-4EA0803389F2}" presName="txNode" presStyleLbl="fgAcc1" presStyleIdx="0" presStyleCnt="3">
        <dgm:presLayoutVars>
          <dgm:bulletEnabled val="1"/>
        </dgm:presLayoutVars>
      </dgm:prSet>
      <dgm:spPr/>
    </dgm:pt>
    <dgm:pt modelId="{5DB4F05B-4C92-4792-A614-82073974CE75}" type="pres">
      <dgm:prSet presAssocID="{F75778CA-D2B6-4B30-BDF0-08C48B41685D}" presName="compositeSpace" presStyleCnt="0"/>
      <dgm:spPr/>
    </dgm:pt>
    <dgm:pt modelId="{BC65A87B-44B1-43CB-8167-64EA514EC67F}" type="pres">
      <dgm:prSet presAssocID="{1BFE07B3-734A-428D-B42F-5A2AF0AAE406}" presName="composite" presStyleCnt="0"/>
      <dgm:spPr/>
    </dgm:pt>
    <dgm:pt modelId="{EBEE8CD4-0DAE-4C62-B145-DED9A7F17329}" type="pres">
      <dgm:prSet presAssocID="{1BFE07B3-734A-428D-B42F-5A2AF0AAE406}" presName="bgChev" presStyleLbl="node1" presStyleIdx="1" presStyleCnt="3"/>
      <dgm:spPr/>
    </dgm:pt>
    <dgm:pt modelId="{BF89D23F-B0D4-4135-9FFE-CB08F63985F6}" type="pres">
      <dgm:prSet presAssocID="{1BFE07B3-734A-428D-B42F-5A2AF0AAE406}" presName="txNode" presStyleLbl="fgAcc1" presStyleIdx="1" presStyleCnt="3">
        <dgm:presLayoutVars>
          <dgm:bulletEnabled val="1"/>
        </dgm:presLayoutVars>
      </dgm:prSet>
      <dgm:spPr/>
    </dgm:pt>
    <dgm:pt modelId="{0EFB8212-D135-4BD6-9D00-5C20DD88929A}" type="pres">
      <dgm:prSet presAssocID="{7BA60B68-5E5E-48F7-B845-57AF08D8F010}" presName="compositeSpace" presStyleCnt="0"/>
      <dgm:spPr/>
    </dgm:pt>
    <dgm:pt modelId="{5DA35C34-EABA-4241-8B0E-C6A20EB25648}" type="pres">
      <dgm:prSet presAssocID="{762D7519-B9A5-4F2D-800D-3ADDE4BD117E}" presName="composite" presStyleCnt="0"/>
      <dgm:spPr/>
    </dgm:pt>
    <dgm:pt modelId="{5A389F2D-ABBB-4F6D-B116-3D3C34116F49}" type="pres">
      <dgm:prSet presAssocID="{762D7519-B9A5-4F2D-800D-3ADDE4BD117E}" presName="bgChev" presStyleLbl="node1" presStyleIdx="2" presStyleCnt="3"/>
      <dgm:spPr/>
    </dgm:pt>
    <dgm:pt modelId="{7909E173-E23C-43D6-B115-0F882B8D762B}" type="pres">
      <dgm:prSet presAssocID="{762D7519-B9A5-4F2D-800D-3ADDE4BD117E}" presName="txNode" presStyleLbl="fgAcc1" presStyleIdx="2" presStyleCnt="3">
        <dgm:presLayoutVars>
          <dgm:bulletEnabled val="1"/>
        </dgm:presLayoutVars>
      </dgm:prSet>
      <dgm:spPr/>
    </dgm:pt>
  </dgm:ptLst>
  <dgm:cxnLst>
    <dgm:cxn modelId="{729EDA08-416A-4D45-9630-BF361C5675A9}" srcId="{57E90A36-9CB4-42E1-90A8-61EA830C956F}" destId="{403B64D9-EB99-49A0-8F2C-4EA0803389F2}" srcOrd="0" destOrd="0" parTransId="{B1C508BE-A88D-4137-BC7C-AB58EAEC507D}" sibTransId="{F75778CA-D2B6-4B30-BDF0-08C48B41685D}"/>
    <dgm:cxn modelId="{FF95BC18-01A5-4A11-B390-499B2CCEA697}" type="presOf" srcId="{403B64D9-EB99-49A0-8F2C-4EA0803389F2}" destId="{3BF35B3C-449C-4BA8-B9FA-BB938297B80F}" srcOrd="0" destOrd="0" presId="urn:microsoft.com/office/officeart/2005/8/layout/chevronAccent+Icon"/>
    <dgm:cxn modelId="{A072854C-DE55-4605-AC66-31442C1C4246}" srcId="{57E90A36-9CB4-42E1-90A8-61EA830C956F}" destId="{1BFE07B3-734A-428D-B42F-5A2AF0AAE406}" srcOrd="1" destOrd="0" parTransId="{CCFF424C-BF6E-47CF-81EE-C4ABB60397ED}" sibTransId="{7BA60B68-5E5E-48F7-B845-57AF08D8F010}"/>
    <dgm:cxn modelId="{3F6F8F4F-A190-4969-819F-51670AA16803}" srcId="{57E90A36-9CB4-42E1-90A8-61EA830C956F}" destId="{762D7519-B9A5-4F2D-800D-3ADDE4BD117E}" srcOrd="2" destOrd="0" parTransId="{F0AD04FC-DEAD-46AD-9160-EE85347A428C}" sibTransId="{4F4A52E1-5B0D-4275-AF6D-A81CF99C8BB7}"/>
    <dgm:cxn modelId="{418F7677-4B36-4E8B-AED2-AFABDF6F2D6E}" type="presOf" srcId="{1BFE07B3-734A-428D-B42F-5A2AF0AAE406}" destId="{BF89D23F-B0D4-4135-9FFE-CB08F63985F6}" srcOrd="0" destOrd="0" presId="urn:microsoft.com/office/officeart/2005/8/layout/chevronAccent+Icon"/>
    <dgm:cxn modelId="{FF156559-C56F-4FA8-92F0-90D8421662ED}" type="presOf" srcId="{762D7519-B9A5-4F2D-800D-3ADDE4BD117E}" destId="{7909E173-E23C-43D6-B115-0F882B8D762B}" srcOrd="0" destOrd="0" presId="urn:microsoft.com/office/officeart/2005/8/layout/chevronAccent+Icon"/>
    <dgm:cxn modelId="{05E5D5C0-4AFA-433F-8FA4-B8E8F1C0122F}" type="presOf" srcId="{57E90A36-9CB4-42E1-90A8-61EA830C956F}" destId="{E6D2BD9C-BD18-4C1D-B6D9-A41FED509D33}" srcOrd="0" destOrd="0" presId="urn:microsoft.com/office/officeart/2005/8/layout/chevronAccent+Icon"/>
    <dgm:cxn modelId="{1DBDE692-DFE6-4A4A-98E7-075479996B93}" type="presParOf" srcId="{E6D2BD9C-BD18-4C1D-B6D9-A41FED509D33}" destId="{CD60167B-9209-48C9-94A8-1FEA1C15FD29}" srcOrd="0" destOrd="0" presId="urn:microsoft.com/office/officeart/2005/8/layout/chevronAccent+Icon"/>
    <dgm:cxn modelId="{8DBF9AED-24E4-4D26-9B25-1D861BC5ECE3}" type="presParOf" srcId="{CD60167B-9209-48C9-94A8-1FEA1C15FD29}" destId="{7E0BC724-CC0F-45E7-8C88-4E8412AB37F9}" srcOrd="0" destOrd="0" presId="urn:microsoft.com/office/officeart/2005/8/layout/chevronAccent+Icon"/>
    <dgm:cxn modelId="{C8A3D54D-7149-42F6-AD6F-633C29DDB286}" type="presParOf" srcId="{CD60167B-9209-48C9-94A8-1FEA1C15FD29}" destId="{3BF35B3C-449C-4BA8-B9FA-BB938297B80F}" srcOrd="1" destOrd="0" presId="urn:microsoft.com/office/officeart/2005/8/layout/chevronAccent+Icon"/>
    <dgm:cxn modelId="{685B2AF0-E436-4955-8B7A-461ACDA4CE7A}" type="presParOf" srcId="{E6D2BD9C-BD18-4C1D-B6D9-A41FED509D33}" destId="{5DB4F05B-4C92-4792-A614-82073974CE75}" srcOrd="1" destOrd="0" presId="urn:microsoft.com/office/officeart/2005/8/layout/chevronAccent+Icon"/>
    <dgm:cxn modelId="{9068738B-FC4B-4FFA-B409-8BA25CABB902}" type="presParOf" srcId="{E6D2BD9C-BD18-4C1D-B6D9-A41FED509D33}" destId="{BC65A87B-44B1-43CB-8167-64EA514EC67F}" srcOrd="2" destOrd="0" presId="urn:microsoft.com/office/officeart/2005/8/layout/chevronAccent+Icon"/>
    <dgm:cxn modelId="{4DFE1FCE-CC76-42E4-A0A8-1E7977D8F027}" type="presParOf" srcId="{BC65A87B-44B1-43CB-8167-64EA514EC67F}" destId="{EBEE8CD4-0DAE-4C62-B145-DED9A7F17329}" srcOrd="0" destOrd="0" presId="urn:microsoft.com/office/officeart/2005/8/layout/chevronAccent+Icon"/>
    <dgm:cxn modelId="{351B4292-FFB4-4B5B-9F44-461F730944AB}" type="presParOf" srcId="{BC65A87B-44B1-43CB-8167-64EA514EC67F}" destId="{BF89D23F-B0D4-4135-9FFE-CB08F63985F6}" srcOrd="1" destOrd="0" presId="urn:microsoft.com/office/officeart/2005/8/layout/chevronAccent+Icon"/>
    <dgm:cxn modelId="{43B06BAB-F069-42BA-9A6C-57E9998CC67A}" type="presParOf" srcId="{E6D2BD9C-BD18-4C1D-B6D9-A41FED509D33}" destId="{0EFB8212-D135-4BD6-9D00-5C20DD88929A}" srcOrd="3" destOrd="0" presId="urn:microsoft.com/office/officeart/2005/8/layout/chevronAccent+Icon"/>
    <dgm:cxn modelId="{1D2B17B0-6635-4F92-86DF-EF10C0966072}" type="presParOf" srcId="{E6D2BD9C-BD18-4C1D-B6D9-A41FED509D33}" destId="{5DA35C34-EABA-4241-8B0E-C6A20EB25648}" srcOrd="4" destOrd="0" presId="urn:microsoft.com/office/officeart/2005/8/layout/chevronAccent+Icon"/>
    <dgm:cxn modelId="{B8475279-13B2-40CA-8E40-45F25D63C0FE}" type="presParOf" srcId="{5DA35C34-EABA-4241-8B0E-C6A20EB25648}" destId="{5A389F2D-ABBB-4F6D-B116-3D3C34116F49}" srcOrd="0" destOrd="0" presId="urn:microsoft.com/office/officeart/2005/8/layout/chevronAccent+Icon"/>
    <dgm:cxn modelId="{8FF3D1C1-831A-4386-BC9D-61A65D377B06}" type="presParOf" srcId="{5DA35C34-EABA-4241-8B0E-C6A20EB25648}" destId="{7909E173-E23C-43D6-B115-0F882B8D762B}"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1578E55-718D-4C9B-9CA2-C877AD814DAE}"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5BB7F35E-322E-4F29-9483-5100B37E7C98}">
      <dgm:prSet phldrT="[Text]"/>
      <dgm:spPr/>
      <dgm:t>
        <a:bodyPr/>
        <a:lstStyle/>
        <a:p>
          <a:r>
            <a:rPr lang="fa-IR" dirty="0"/>
            <a:t>جمع اوری اطلاعات مشتریان رفتار/عملکرد</a:t>
          </a:r>
          <a:endParaRPr lang="en-US" dirty="0"/>
        </a:p>
      </dgm:t>
    </dgm:pt>
    <dgm:pt modelId="{B2FB0FC4-9294-4637-9369-A4B9EBCA07FA}" type="parTrans" cxnId="{5E57B9F9-327C-4313-9E04-1A5D93AE3213}">
      <dgm:prSet/>
      <dgm:spPr/>
      <dgm:t>
        <a:bodyPr/>
        <a:lstStyle/>
        <a:p>
          <a:endParaRPr lang="en-US"/>
        </a:p>
      </dgm:t>
    </dgm:pt>
    <dgm:pt modelId="{1DF4CCF9-DCD0-4BC8-B97C-F3C1BE442963}" type="sibTrans" cxnId="{5E57B9F9-327C-4313-9E04-1A5D93AE3213}">
      <dgm:prSet/>
      <dgm:spPr/>
      <dgm:t>
        <a:bodyPr/>
        <a:lstStyle/>
        <a:p>
          <a:endParaRPr lang="en-US"/>
        </a:p>
      </dgm:t>
    </dgm:pt>
    <dgm:pt modelId="{948E403B-E4E3-49D2-96DC-8E336CAE2637}">
      <dgm:prSet phldrT="[Text]"/>
      <dgm:spPr/>
      <dgm:t>
        <a:bodyPr/>
        <a:lstStyle/>
        <a:p>
          <a:r>
            <a:rPr lang="fa-IR" dirty="0"/>
            <a:t>بهبود کیفیت خدمات</a:t>
          </a:r>
          <a:endParaRPr lang="en-US" dirty="0"/>
        </a:p>
      </dgm:t>
    </dgm:pt>
    <dgm:pt modelId="{DD60B7CC-0CBA-452B-BBAA-C9B7D0DE3638}" type="parTrans" cxnId="{8AA2E2FA-1DBA-4425-BD73-8F51D803C2C2}">
      <dgm:prSet/>
      <dgm:spPr/>
      <dgm:t>
        <a:bodyPr/>
        <a:lstStyle/>
        <a:p>
          <a:endParaRPr lang="en-US"/>
        </a:p>
      </dgm:t>
    </dgm:pt>
    <dgm:pt modelId="{B585A3B4-7F5B-495C-B72A-CAAD5F90C42A}" type="sibTrans" cxnId="{8AA2E2FA-1DBA-4425-BD73-8F51D803C2C2}">
      <dgm:prSet/>
      <dgm:spPr/>
      <dgm:t>
        <a:bodyPr/>
        <a:lstStyle/>
        <a:p>
          <a:endParaRPr lang="en-US"/>
        </a:p>
      </dgm:t>
    </dgm:pt>
    <dgm:pt modelId="{C238E21B-99B5-40D2-8836-B9841B1308BE}" type="pres">
      <dgm:prSet presAssocID="{B1578E55-718D-4C9B-9CA2-C877AD814DAE}" presName="Name0" presStyleCnt="0">
        <dgm:presLayoutVars>
          <dgm:chMax val="11"/>
          <dgm:chPref val="11"/>
          <dgm:dir/>
          <dgm:resizeHandles/>
        </dgm:presLayoutVars>
      </dgm:prSet>
      <dgm:spPr/>
    </dgm:pt>
    <dgm:pt modelId="{F1A7CE0C-DAB4-4BFB-BC81-A5272C6B4684}" type="pres">
      <dgm:prSet presAssocID="{948E403B-E4E3-49D2-96DC-8E336CAE2637}" presName="Accent2" presStyleCnt="0"/>
      <dgm:spPr/>
    </dgm:pt>
    <dgm:pt modelId="{3014E1B7-5F67-44BA-9164-F2C60C084581}" type="pres">
      <dgm:prSet presAssocID="{948E403B-E4E3-49D2-96DC-8E336CAE2637}" presName="Accent" presStyleLbl="node1" presStyleIdx="0" presStyleCnt="2"/>
      <dgm:spPr/>
    </dgm:pt>
    <dgm:pt modelId="{BE063837-2140-4533-88B0-806292E4F182}" type="pres">
      <dgm:prSet presAssocID="{948E403B-E4E3-49D2-96DC-8E336CAE2637}" presName="ParentBackground2" presStyleCnt="0"/>
      <dgm:spPr/>
    </dgm:pt>
    <dgm:pt modelId="{E1CB99E5-8418-4C6E-A4FD-595245EF36E7}" type="pres">
      <dgm:prSet presAssocID="{948E403B-E4E3-49D2-96DC-8E336CAE2637}" presName="ParentBackground" presStyleLbl="fgAcc1" presStyleIdx="0" presStyleCnt="2"/>
      <dgm:spPr/>
    </dgm:pt>
    <dgm:pt modelId="{775EA5A7-092F-42E4-8F66-C91079396251}" type="pres">
      <dgm:prSet presAssocID="{948E403B-E4E3-49D2-96DC-8E336CAE2637}" presName="Parent2" presStyleLbl="revTx" presStyleIdx="0" presStyleCnt="0">
        <dgm:presLayoutVars>
          <dgm:chMax val="1"/>
          <dgm:chPref val="1"/>
          <dgm:bulletEnabled val="1"/>
        </dgm:presLayoutVars>
      </dgm:prSet>
      <dgm:spPr/>
    </dgm:pt>
    <dgm:pt modelId="{C7A89044-1608-44F5-A18D-96F57378A613}" type="pres">
      <dgm:prSet presAssocID="{5BB7F35E-322E-4F29-9483-5100B37E7C98}" presName="Accent1" presStyleCnt="0"/>
      <dgm:spPr/>
    </dgm:pt>
    <dgm:pt modelId="{BB39044F-1CE8-48C2-9D20-4C41062002E0}" type="pres">
      <dgm:prSet presAssocID="{5BB7F35E-322E-4F29-9483-5100B37E7C98}" presName="Accent" presStyleLbl="node1" presStyleIdx="1" presStyleCnt="2"/>
      <dgm:spPr/>
    </dgm:pt>
    <dgm:pt modelId="{D5F4D0E5-A25D-41EC-8F23-7C30AB8E5809}" type="pres">
      <dgm:prSet presAssocID="{5BB7F35E-322E-4F29-9483-5100B37E7C98}" presName="ParentBackground1" presStyleCnt="0"/>
      <dgm:spPr/>
    </dgm:pt>
    <dgm:pt modelId="{B26E6960-6FA8-4575-A63D-4CDD2F64DBDC}" type="pres">
      <dgm:prSet presAssocID="{5BB7F35E-322E-4F29-9483-5100B37E7C98}" presName="ParentBackground" presStyleLbl="fgAcc1" presStyleIdx="1" presStyleCnt="2"/>
      <dgm:spPr/>
    </dgm:pt>
    <dgm:pt modelId="{F6D09DF9-A2F2-4FFA-8437-EC0B85478B90}" type="pres">
      <dgm:prSet presAssocID="{5BB7F35E-322E-4F29-9483-5100B37E7C98}" presName="Parent1" presStyleLbl="revTx" presStyleIdx="0" presStyleCnt="0">
        <dgm:presLayoutVars>
          <dgm:chMax val="1"/>
          <dgm:chPref val="1"/>
          <dgm:bulletEnabled val="1"/>
        </dgm:presLayoutVars>
      </dgm:prSet>
      <dgm:spPr/>
    </dgm:pt>
  </dgm:ptLst>
  <dgm:cxnLst>
    <dgm:cxn modelId="{960CA204-FC1C-4E51-933F-B5FE040FB4C9}" type="presOf" srcId="{B1578E55-718D-4C9B-9CA2-C877AD814DAE}" destId="{C238E21B-99B5-40D2-8836-B9841B1308BE}" srcOrd="0" destOrd="0" presId="urn:microsoft.com/office/officeart/2011/layout/CircleProcess"/>
    <dgm:cxn modelId="{E3CC353E-2BC8-4187-BF27-914481A144FF}" type="presOf" srcId="{948E403B-E4E3-49D2-96DC-8E336CAE2637}" destId="{E1CB99E5-8418-4C6E-A4FD-595245EF36E7}" srcOrd="0" destOrd="0" presId="urn:microsoft.com/office/officeart/2011/layout/CircleProcess"/>
    <dgm:cxn modelId="{A0D52371-002B-4FEB-B5BB-25185F62742B}" type="presOf" srcId="{5BB7F35E-322E-4F29-9483-5100B37E7C98}" destId="{B26E6960-6FA8-4575-A63D-4CDD2F64DBDC}" srcOrd="0" destOrd="0" presId="urn:microsoft.com/office/officeart/2011/layout/CircleProcess"/>
    <dgm:cxn modelId="{873645B8-760B-4704-BF77-6EDE7C668D45}" type="presOf" srcId="{5BB7F35E-322E-4F29-9483-5100B37E7C98}" destId="{F6D09DF9-A2F2-4FFA-8437-EC0B85478B90}" srcOrd="1" destOrd="0" presId="urn:microsoft.com/office/officeart/2011/layout/CircleProcess"/>
    <dgm:cxn modelId="{5E57B9F9-327C-4313-9E04-1A5D93AE3213}" srcId="{B1578E55-718D-4C9B-9CA2-C877AD814DAE}" destId="{5BB7F35E-322E-4F29-9483-5100B37E7C98}" srcOrd="0" destOrd="0" parTransId="{B2FB0FC4-9294-4637-9369-A4B9EBCA07FA}" sibTransId="{1DF4CCF9-DCD0-4BC8-B97C-F3C1BE442963}"/>
    <dgm:cxn modelId="{5C0E00FA-351E-4D85-A03C-94D0877D3467}" type="presOf" srcId="{948E403B-E4E3-49D2-96DC-8E336CAE2637}" destId="{775EA5A7-092F-42E4-8F66-C91079396251}" srcOrd="1" destOrd="0" presId="urn:microsoft.com/office/officeart/2011/layout/CircleProcess"/>
    <dgm:cxn modelId="{8AA2E2FA-1DBA-4425-BD73-8F51D803C2C2}" srcId="{B1578E55-718D-4C9B-9CA2-C877AD814DAE}" destId="{948E403B-E4E3-49D2-96DC-8E336CAE2637}" srcOrd="1" destOrd="0" parTransId="{DD60B7CC-0CBA-452B-BBAA-C9B7D0DE3638}" sibTransId="{B585A3B4-7F5B-495C-B72A-CAAD5F90C42A}"/>
    <dgm:cxn modelId="{E04072D6-3F81-4514-989B-6DC25E958FE0}" type="presParOf" srcId="{C238E21B-99B5-40D2-8836-B9841B1308BE}" destId="{F1A7CE0C-DAB4-4BFB-BC81-A5272C6B4684}" srcOrd="0" destOrd="0" presId="urn:microsoft.com/office/officeart/2011/layout/CircleProcess"/>
    <dgm:cxn modelId="{0BD9B9C8-A19A-4DDE-B5BD-097C30155C03}" type="presParOf" srcId="{F1A7CE0C-DAB4-4BFB-BC81-A5272C6B4684}" destId="{3014E1B7-5F67-44BA-9164-F2C60C084581}" srcOrd="0" destOrd="0" presId="urn:microsoft.com/office/officeart/2011/layout/CircleProcess"/>
    <dgm:cxn modelId="{7ED2A0CC-EA45-4B70-9B3C-64F867496352}" type="presParOf" srcId="{C238E21B-99B5-40D2-8836-B9841B1308BE}" destId="{BE063837-2140-4533-88B0-806292E4F182}" srcOrd="1" destOrd="0" presId="urn:microsoft.com/office/officeart/2011/layout/CircleProcess"/>
    <dgm:cxn modelId="{10E8BE20-416C-4B69-A207-0B51BFB5E10A}" type="presParOf" srcId="{BE063837-2140-4533-88B0-806292E4F182}" destId="{E1CB99E5-8418-4C6E-A4FD-595245EF36E7}" srcOrd="0" destOrd="0" presId="urn:microsoft.com/office/officeart/2011/layout/CircleProcess"/>
    <dgm:cxn modelId="{514093EF-0919-4F98-8A61-2583DE75B292}" type="presParOf" srcId="{C238E21B-99B5-40D2-8836-B9841B1308BE}" destId="{775EA5A7-092F-42E4-8F66-C91079396251}" srcOrd="2" destOrd="0" presId="urn:microsoft.com/office/officeart/2011/layout/CircleProcess"/>
    <dgm:cxn modelId="{1BCDF3E2-F95C-4D52-8CB1-3B1C5937D932}" type="presParOf" srcId="{C238E21B-99B5-40D2-8836-B9841B1308BE}" destId="{C7A89044-1608-44F5-A18D-96F57378A613}" srcOrd="3" destOrd="0" presId="urn:microsoft.com/office/officeart/2011/layout/CircleProcess"/>
    <dgm:cxn modelId="{BB1E4AA5-344D-4864-99E0-71BD84CEBD82}" type="presParOf" srcId="{C7A89044-1608-44F5-A18D-96F57378A613}" destId="{BB39044F-1CE8-48C2-9D20-4C41062002E0}" srcOrd="0" destOrd="0" presId="urn:microsoft.com/office/officeart/2011/layout/CircleProcess"/>
    <dgm:cxn modelId="{19E026C0-A123-4922-8705-FFB108999C1A}" type="presParOf" srcId="{C238E21B-99B5-40D2-8836-B9841B1308BE}" destId="{D5F4D0E5-A25D-41EC-8F23-7C30AB8E5809}" srcOrd="4" destOrd="0" presId="urn:microsoft.com/office/officeart/2011/layout/CircleProcess"/>
    <dgm:cxn modelId="{893B69DA-F690-41C0-81D6-B5FE1CF0548F}" type="presParOf" srcId="{D5F4D0E5-A25D-41EC-8F23-7C30AB8E5809}" destId="{B26E6960-6FA8-4575-A63D-4CDD2F64DBDC}" srcOrd="0" destOrd="0" presId="urn:microsoft.com/office/officeart/2011/layout/CircleProcess"/>
    <dgm:cxn modelId="{9C714647-1FDD-4494-B0CA-B2F333D3E4EC}" type="presParOf" srcId="{C238E21B-99B5-40D2-8836-B9841B1308BE}" destId="{F6D09DF9-A2F2-4FFA-8437-EC0B85478B90}" srcOrd="5"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48E95D9-8072-4559-A0FB-CA5B854A2183}" type="doc">
      <dgm:prSet loTypeId="urn:microsoft.com/office/officeart/2009/3/layout/BlockDescendingList" loCatId="list" qsTypeId="urn:microsoft.com/office/officeart/2005/8/quickstyle/simple1" qsCatId="simple" csTypeId="urn:microsoft.com/office/officeart/2005/8/colors/accent1_2" csCatId="accent1" phldr="1"/>
      <dgm:spPr/>
      <dgm:t>
        <a:bodyPr/>
        <a:lstStyle/>
        <a:p>
          <a:endParaRPr lang="en-US"/>
        </a:p>
      </dgm:t>
    </dgm:pt>
    <dgm:pt modelId="{AC38009E-BEDA-45B8-B83C-058532FCDD4B}">
      <dgm:prSet phldrT="[Text]"/>
      <dgm:spPr/>
      <dgm:t>
        <a:bodyPr/>
        <a:lstStyle/>
        <a:p>
          <a:r>
            <a:rPr lang="en-US" dirty="0"/>
            <a:t>monitoring</a:t>
          </a:r>
        </a:p>
      </dgm:t>
    </dgm:pt>
    <dgm:pt modelId="{68395B18-5396-44C7-9AE0-0D9652A35A6D}" type="parTrans" cxnId="{80ACD2EF-79BB-4CE0-A27A-C390C0EC280D}">
      <dgm:prSet/>
      <dgm:spPr/>
      <dgm:t>
        <a:bodyPr/>
        <a:lstStyle/>
        <a:p>
          <a:endParaRPr lang="en-US"/>
        </a:p>
      </dgm:t>
    </dgm:pt>
    <dgm:pt modelId="{93FEA0FA-F5D4-4BD3-8675-14A7DBAD884D}" type="sibTrans" cxnId="{80ACD2EF-79BB-4CE0-A27A-C390C0EC280D}">
      <dgm:prSet/>
      <dgm:spPr/>
      <dgm:t>
        <a:bodyPr/>
        <a:lstStyle/>
        <a:p>
          <a:endParaRPr lang="en-US"/>
        </a:p>
      </dgm:t>
    </dgm:pt>
    <dgm:pt modelId="{EDD8A694-EA41-4D9A-BB81-B5E39FD7C7B9}">
      <dgm:prSet phldrT="[Text]" custT="1"/>
      <dgm:spPr/>
      <dgm:t>
        <a:bodyPr/>
        <a:lstStyle/>
        <a:p>
          <a:pPr algn="r" rtl="1"/>
          <a:r>
            <a:rPr lang="fa-IR" sz="1400" dirty="0"/>
            <a:t>نظارت و کنترل عوامل مرتبط با آزمایش زمین</a:t>
          </a:r>
          <a:endParaRPr lang="en-US" sz="1400" dirty="0"/>
        </a:p>
      </dgm:t>
    </dgm:pt>
    <dgm:pt modelId="{362A5B8A-714B-4D33-B301-42AC5FEEBD05}" type="parTrans" cxnId="{C7240624-A0CE-48E4-B634-F0C359EFD3AF}">
      <dgm:prSet/>
      <dgm:spPr/>
      <dgm:t>
        <a:bodyPr/>
        <a:lstStyle/>
        <a:p>
          <a:endParaRPr lang="en-US"/>
        </a:p>
      </dgm:t>
    </dgm:pt>
    <dgm:pt modelId="{D59B12B7-148E-4385-BA03-0285A0AA5D40}" type="sibTrans" cxnId="{C7240624-A0CE-48E4-B634-F0C359EFD3AF}">
      <dgm:prSet/>
      <dgm:spPr/>
      <dgm:t>
        <a:bodyPr/>
        <a:lstStyle/>
        <a:p>
          <a:endParaRPr lang="en-US"/>
        </a:p>
      </dgm:t>
    </dgm:pt>
    <dgm:pt modelId="{6CA904D8-E9D0-4DA2-9253-A85860EDB984}">
      <dgm:prSet phldrT="[Text]"/>
      <dgm:spPr/>
      <dgm:t>
        <a:bodyPr/>
        <a:lstStyle/>
        <a:p>
          <a:r>
            <a:rPr lang="en-US" dirty="0"/>
            <a:t>optimization</a:t>
          </a:r>
        </a:p>
      </dgm:t>
    </dgm:pt>
    <dgm:pt modelId="{12018F6A-4207-49BE-858A-404FF78C7AF7}" type="parTrans" cxnId="{3FDB5409-984C-4997-A873-85E771F54E36}">
      <dgm:prSet/>
      <dgm:spPr/>
      <dgm:t>
        <a:bodyPr/>
        <a:lstStyle/>
        <a:p>
          <a:endParaRPr lang="en-US"/>
        </a:p>
      </dgm:t>
    </dgm:pt>
    <dgm:pt modelId="{2A846172-2C6E-4104-9D83-E9FDC247F51A}" type="sibTrans" cxnId="{3FDB5409-984C-4997-A873-85E771F54E36}">
      <dgm:prSet/>
      <dgm:spPr/>
      <dgm:t>
        <a:bodyPr/>
        <a:lstStyle/>
        <a:p>
          <a:endParaRPr lang="en-US"/>
        </a:p>
      </dgm:t>
    </dgm:pt>
    <dgm:pt modelId="{023ACC10-7080-415C-A9D0-1276F5CDD4FF}">
      <dgm:prSet phldrT="[Text]" custT="1"/>
      <dgm:spPr/>
      <dgm:t>
        <a:bodyPr/>
        <a:lstStyle/>
        <a:p>
          <a:pPr algn="r" rtl="1"/>
          <a:r>
            <a:rPr lang="fa-IR" sz="1400" dirty="0"/>
            <a:t>اینترنت اشیاء امکان اندازه گیری تولید کاشی و سرامیک را فراهم می کند.</a:t>
          </a:r>
          <a:endParaRPr lang="en-US" sz="1400" dirty="0"/>
        </a:p>
      </dgm:t>
    </dgm:pt>
    <dgm:pt modelId="{B6496F19-DE0B-4065-86E2-DC37B626E247}" type="parTrans" cxnId="{A8719EC5-E5D3-41D9-B441-B90484BD25EC}">
      <dgm:prSet/>
      <dgm:spPr/>
      <dgm:t>
        <a:bodyPr/>
        <a:lstStyle/>
        <a:p>
          <a:endParaRPr lang="en-US"/>
        </a:p>
      </dgm:t>
    </dgm:pt>
    <dgm:pt modelId="{F4CCDE78-3BB6-4875-8EB0-1AB2DD745166}" type="sibTrans" cxnId="{A8719EC5-E5D3-41D9-B441-B90484BD25EC}">
      <dgm:prSet/>
      <dgm:spPr/>
      <dgm:t>
        <a:bodyPr/>
        <a:lstStyle/>
        <a:p>
          <a:endParaRPr lang="en-US"/>
        </a:p>
      </dgm:t>
    </dgm:pt>
    <dgm:pt modelId="{A9B5FB42-3FC0-45B1-8F37-EF9349FF4BD2}">
      <dgm:prSet custT="1"/>
      <dgm:spPr/>
      <dgm:t>
        <a:bodyPr/>
        <a:lstStyle/>
        <a:p>
          <a:pPr algn="r" rtl="1"/>
          <a:r>
            <a:rPr lang="fa-IR" sz="1400" dirty="0"/>
            <a:t>بین تناوب زراعی، برای سیستم های آبیاری خودکاربر اساس شرایط آب و هوایی در زمان واقعی و مدیریت استفاده از آفت کش ها با توجه به سلامت مزارع</a:t>
          </a:r>
          <a:endParaRPr lang="en-US" sz="1400" dirty="0"/>
        </a:p>
      </dgm:t>
    </dgm:pt>
    <dgm:pt modelId="{2DC4F1EB-BC7B-4DAB-96B9-A09264E6084D}" type="parTrans" cxnId="{4B6DC90B-CE7C-45DA-A65E-85E6B19A397C}">
      <dgm:prSet/>
      <dgm:spPr/>
      <dgm:t>
        <a:bodyPr/>
        <a:lstStyle/>
        <a:p>
          <a:endParaRPr lang="en-US"/>
        </a:p>
      </dgm:t>
    </dgm:pt>
    <dgm:pt modelId="{D61750C0-E291-4D49-898E-7B807424C37E}" type="sibTrans" cxnId="{4B6DC90B-CE7C-45DA-A65E-85E6B19A397C}">
      <dgm:prSet/>
      <dgm:spPr/>
      <dgm:t>
        <a:bodyPr/>
        <a:lstStyle/>
        <a:p>
          <a:endParaRPr lang="en-US"/>
        </a:p>
      </dgm:t>
    </dgm:pt>
    <dgm:pt modelId="{B39416A4-E71A-429A-98AE-083C09697BE2}">
      <dgm:prSet custT="1"/>
      <dgm:spPr/>
      <dgm:t>
        <a:bodyPr/>
        <a:lstStyle/>
        <a:p>
          <a:pPr algn="r" rtl="1"/>
          <a:r>
            <a:rPr lang="fa-IR" sz="1400" dirty="0"/>
            <a:t>امکان اصلاح ترکیب سرامیک را فراهم می کند</a:t>
          </a:r>
          <a:endParaRPr lang="en-US" sz="1400" dirty="0"/>
        </a:p>
      </dgm:t>
    </dgm:pt>
    <dgm:pt modelId="{A5601855-EF01-4C97-A961-C6A898F78EF5}" type="parTrans" cxnId="{B84AA0D9-58FE-4CCF-8B2B-8CE18F70B51E}">
      <dgm:prSet/>
      <dgm:spPr/>
      <dgm:t>
        <a:bodyPr/>
        <a:lstStyle/>
        <a:p>
          <a:endParaRPr lang="en-US"/>
        </a:p>
      </dgm:t>
    </dgm:pt>
    <dgm:pt modelId="{DFDE05DE-3DFC-4A80-A6A8-7375D574AA9E}" type="sibTrans" cxnId="{B84AA0D9-58FE-4CCF-8B2B-8CE18F70B51E}">
      <dgm:prSet/>
      <dgm:spPr/>
      <dgm:t>
        <a:bodyPr/>
        <a:lstStyle/>
        <a:p>
          <a:endParaRPr lang="en-US"/>
        </a:p>
      </dgm:t>
    </dgm:pt>
    <dgm:pt modelId="{B5C83A77-037E-4133-B789-C213872C80A5}">
      <dgm:prSet custT="1"/>
      <dgm:spPr/>
      <dgm:t>
        <a:bodyPr/>
        <a:lstStyle/>
        <a:p>
          <a:pPr algn="r" rtl="1"/>
          <a:r>
            <a:rPr lang="fa-IR" sz="1400" dirty="0"/>
            <a:t>بدنه و ترکیب حمل و نقل برای به حداکثر رساندن استفاده از مواد خام محلی، کاهش فاصله بین معادن وکارخانه</a:t>
          </a:r>
          <a:endParaRPr lang="en-US" sz="1400" dirty="0"/>
        </a:p>
      </dgm:t>
    </dgm:pt>
    <dgm:pt modelId="{426C868B-68F0-43B8-8A89-5982467A6B18}" type="parTrans" cxnId="{CB640C4E-E480-4EEE-A715-B56495749DE3}">
      <dgm:prSet/>
      <dgm:spPr/>
      <dgm:t>
        <a:bodyPr/>
        <a:lstStyle/>
        <a:p>
          <a:endParaRPr lang="en-US"/>
        </a:p>
      </dgm:t>
    </dgm:pt>
    <dgm:pt modelId="{76D1E5D2-D2EE-4C14-8F85-672851462E0E}" type="sibTrans" cxnId="{CB640C4E-E480-4EEE-A715-B56495749DE3}">
      <dgm:prSet/>
      <dgm:spPr/>
      <dgm:t>
        <a:bodyPr/>
        <a:lstStyle/>
        <a:p>
          <a:endParaRPr lang="en-US"/>
        </a:p>
      </dgm:t>
    </dgm:pt>
    <dgm:pt modelId="{C0F7EFEF-F42F-418F-A99D-23860AE316AE}">
      <dgm:prSet custT="1"/>
      <dgm:spPr/>
      <dgm:t>
        <a:bodyPr/>
        <a:lstStyle/>
        <a:p>
          <a:pPr algn="r" rtl="1"/>
          <a:r>
            <a:rPr lang="fa-IR" sz="1400" dirty="0"/>
            <a:t>و به کمک حمل و نقل ریلی</a:t>
          </a:r>
          <a:endParaRPr lang="en-US" sz="1400" dirty="0"/>
        </a:p>
      </dgm:t>
    </dgm:pt>
    <dgm:pt modelId="{72FD7395-9675-493E-85CE-C0433ED40BCC}" type="parTrans" cxnId="{B214079B-4322-478B-8ECF-9A0C27EA8306}">
      <dgm:prSet/>
      <dgm:spPr/>
      <dgm:t>
        <a:bodyPr/>
        <a:lstStyle/>
        <a:p>
          <a:endParaRPr lang="en-US"/>
        </a:p>
      </dgm:t>
    </dgm:pt>
    <dgm:pt modelId="{FCC676AD-8C70-4882-9699-DF4595270414}" type="sibTrans" cxnId="{B214079B-4322-478B-8ECF-9A0C27EA8306}">
      <dgm:prSet/>
      <dgm:spPr/>
      <dgm:t>
        <a:bodyPr/>
        <a:lstStyle/>
        <a:p>
          <a:endParaRPr lang="en-US"/>
        </a:p>
      </dgm:t>
    </dgm:pt>
    <dgm:pt modelId="{46946591-16B4-4B16-84A8-46AE689DA031}" type="pres">
      <dgm:prSet presAssocID="{348E95D9-8072-4559-A0FB-CA5B854A2183}" presName="Name0" presStyleCnt="0">
        <dgm:presLayoutVars>
          <dgm:chMax val="7"/>
          <dgm:chPref val="7"/>
          <dgm:dir/>
          <dgm:animLvl val="lvl"/>
        </dgm:presLayoutVars>
      </dgm:prSet>
      <dgm:spPr/>
    </dgm:pt>
    <dgm:pt modelId="{5BFEC5C2-3531-4FCB-9AAA-C05A06DC6A37}" type="pres">
      <dgm:prSet presAssocID="{AC38009E-BEDA-45B8-B83C-058532FCDD4B}" presName="parentText_1" presStyleLbl="node1" presStyleIdx="0" presStyleCnt="2">
        <dgm:presLayoutVars>
          <dgm:chMax val="1"/>
          <dgm:chPref val="1"/>
          <dgm:bulletEnabled val="1"/>
        </dgm:presLayoutVars>
      </dgm:prSet>
      <dgm:spPr/>
    </dgm:pt>
    <dgm:pt modelId="{B1ECF18B-602D-4393-9E5F-9EDC4B42ACF5}" type="pres">
      <dgm:prSet presAssocID="{AC38009E-BEDA-45B8-B83C-058532FCDD4B}" presName="childText_1" presStyleLbl="node1" presStyleIdx="0" presStyleCnt="2">
        <dgm:presLayoutVars>
          <dgm:chMax val="0"/>
          <dgm:chPref val="0"/>
          <dgm:bulletEnabled val="1"/>
        </dgm:presLayoutVars>
      </dgm:prSet>
      <dgm:spPr/>
    </dgm:pt>
    <dgm:pt modelId="{1528E64A-E2A8-4297-891E-BB7114ADF677}" type="pres">
      <dgm:prSet presAssocID="{AC38009E-BEDA-45B8-B83C-058532FCDD4B}" presName="accentShape_1" presStyleCnt="0"/>
      <dgm:spPr/>
    </dgm:pt>
    <dgm:pt modelId="{363D2D15-2B0A-41FB-BE2E-5F765CA763F9}" type="pres">
      <dgm:prSet presAssocID="{AC38009E-BEDA-45B8-B83C-058532FCDD4B}" presName="imageRepeatNode" presStyleLbl="node1" presStyleIdx="0" presStyleCnt="2" custLinFactNeighborX="2690"/>
      <dgm:spPr/>
    </dgm:pt>
    <dgm:pt modelId="{15282F4F-B39A-4923-A1F6-BCC130996A87}" type="pres">
      <dgm:prSet presAssocID="{6CA904D8-E9D0-4DA2-9253-A85860EDB984}" presName="parentText_2" presStyleLbl="node1" presStyleIdx="0" presStyleCnt="2">
        <dgm:presLayoutVars>
          <dgm:chMax val="1"/>
          <dgm:chPref val="1"/>
          <dgm:bulletEnabled val="1"/>
        </dgm:presLayoutVars>
      </dgm:prSet>
      <dgm:spPr/>
    </dgm:pt>
    <dgm:pt modelId="{93A51DAE-2929-4279-9966-05BF342195D4}" type="pres">
      <dgm:prSet presAssocID="{6CA904D8-E9D0-4DA2-9253-A85860EDB984}" presName="childText_2" presStyleLbl="node2" presStyleIdx="0" presStyleCnt="0">
        <dgm:presLayoutVars>
          <dgm:chMax val="0"/>
          <dgm:chPref val="0"/>
          <dgm:bulletEnabled val="1"/>
        </dgm:presLayoutVars>
      </dgm:prSet>
      <dgm:spPr/>
    </dgm:pt>
    <dgm:pt modelId="{0B4AA68E-00B7-4973-B061-66B5E4BA5242}" type="pres">
      <dgm:prSet presAssocID="{6CA904D8-E9D0-4DA2-9253-A85860EDB984}" presName="accentShape_2" presStyleCnt="0"/>
      <dgm:spPr/>
    </dgm:pt>
    <dgm:pt modelId="{13D0ACD8-83BB-4303-A904-25796D02A059}" type="pres">
      <dgm:prSet presAssocID="{6CA904D8-E9D0-4DA2-9253-A85860EDB984}" presName="imageRepeatNode" presStyleLbl="node1" presStyleIdx="1" presStyleCnt="2"/>
      <dgm:spPr/>
    </dgm:pt>
  </dgm:ptLst>
  <dgm:cxnLst>
    <dgm:cxn modelId="{3FDB5409-984C-4997-A873-85E771F54E36}" srcId="{348E95D9-8072-4559-A0FB-CA5B854A2183}" destId="{6CA904D8-E9D0-4DA2-9253-A85860EDB984}" srcOrd="1" destOrd="0" parTransId="{12018F6A-4207-49BE-858A-404FF78C7AF7}" sibTransId="{2A846172-2C6E-4104-9D83-E9FDC247F51A}"/>
    <dgm:cxn modelId="{4B6DC90B-CE7C-45DA-A65E-85E6B19A397C}" srcId="{AC38009E-BEDA-45B8-B83C-058532FCDD4B}" destId="{A9B5FB42-3FC0-45B1-8F37-EF9349FF4BD2}" srcOrd="1" destOrd="0" parTransId="{2DC4F1EB-BC7B-4DAB-96B9-A09264E6084D}" sibTransId="{D61750C0-E291-4D49-898E-7B807424C37E}"/>
    <dgm:cxn modelId="{C7240624-A0CE-48E4-B634-F0C359EFD3AF}" srcId="{AC38009E-BEDA-45B8-B83C-058532FCDD4B}" destId="{EDD8A694-EA41-4D9A-BB81-B5E39FD7C7B9}" srcOrd="0" destOrd="0" parTransId="{362A5B8A-714B-4D33-B301-42AC5FEEBD05}" sibTransId="{D59B12B7-148E-4385-BA03-0285A0AA5D40}"/>
    <dgm:cxn modelId="{EF31FB2B-F0FA-47D9-B0A9-3C980477A6B8}" type="presOf" srcId="{B5C83A77-037E-4133-B789-C213872C80A5}" destId="{93A51DAE-2929-4279-9966-05BF342195D4}" srcOrd="0" destOrd="2" presId="urn:microsoft.com/office/officeart/2009/3/layout/BlockDescendingList"/>
    <dgm:cxn modelId="{EC4EDE3A-2B38-4622-88B1-778F594CF28F}" type="presOf" srcId="{6CA904D8-E9D0-4DA2-9253-A85860EDB984}" destId="{13D0ACD8-83BB-4303-A904-25796D02A059}" srcOrd="1" destOrd="0" presId="urn:microsoft.com/office/officeart/2009/3/layout/BlockDescendingList"/>
    <dgm:cxn modelId="{E592535B-2CF5-416C-9AA2-02A3DC2039CA}" type="presOf" srcId="{6CA904D8-E9D0-4DA2-9253-A85860EDB984}" destId="{15282F4F-B39A-4923-A1F6-BCC130996A87}" srcOrd="0" destOrd="0" presId="urn:microsoft.com/office/officeart/2009/3/layout/BlockDescendingList"/>
    <dgm:cxn modelId="{538B0741-80D0-4343-A6EE-C7A69FD8E68E}" type="presOf" srcId="{EDD8A694-EA41-4D9A-BB81-B5E39FD7C7B9}" destId="{B1ECF18B-602D-4393-9E5F-9EDC4B42ACF5}" srcOrd="0" destOrd="0" presId="urn:microsoft.com/office/officeart/2009/3/layout/BlockDescendingList"/>
    <dgm:cxn modelId="{B2245965-5BD8-469F-8E92-C1CE8618B7C2}" type="presOf" srcId="{AC38009E-BEDA-45B8-B83C-058532FCDD4B}" destId="{363D2D15-2B0A-41FB-BE2E-5F765CA763F9}" srcOrd="1" destOrd="0" presId="urn:microsoft.com/office/officeart/2009/3/layout/BlockDescendingList"/>
    <dgm:cxn modelId="{1BE1FD4C-8EF7-47C7-AAD2-6BC1594F8B27}" type="presOf" srcId="{348E95D9-8072-4559-A0FB-CA5B854A2183}" destId="{46946591-16B4-4B16-84A8-46AE689DA031}" srcOrd="0" destOrd="0" presId="urn:microsoft.com/office/officeart/2009/3/layout/BlockDescendingList"/>
    <dgm:cxn modelId="{CB640C4E-E480-4EEE-A715-B56495749DE3}" srcId="{6CA904D8-E9D0-4DA2-9253-A85860EDB984}" destId="{B5C83A77-037E-4133-B789-C213872C80A5}" srcOrd="2" destOrd="0" parTransId="{426C868B-68F0-43B8-8A89-5982467A6B18}" sibTransId="{76D1E5D2-D2EE-4C14-8F85-672851462E0E}"/>
    <dgm:cxn modelId="{8A88D16F-0AFA-4805-9B6D-E804B7777D49}" type="presOf" srcId="{AC38009E-BEDA-45B8-B83C-058532FCDD4B}" destId="{5BFEC5C2-3531-4FCB-9AAA-C05A06DC6A37}" srcOrd="0" destOrd="0" presId="urn:microsoft.com/office/officeart/2009/3/layout/BlockDescendingList"/>
    <dgm:cxn modelId="{2E46E074-37C7-4D39-9A6A-2CD1D3CE098A}" type="presOf" srcId="{C0F7EFEF-F42F-418F-A99D-23860AE316AE}" destId="{93A51DAE-2929-4279-9966-05BF342195D4}" srcOrd="0" destOrd="3" presId="urn:microsoft.com/office/officeart/2009/3/layout/BlockDescendingList"/>
    <dgm:cxn modelId="{B214079B-4322-478B-8ECF-9A0C27EA8306}" srcId="{6CA904D8-E9D0-4DA2-9253-A85860EDB984}" destId="{C0F7EFEF-F42F-418F-A99D-23860AE316AE}" srcOrd="3" destOrd="0" parTransId="{72FD7395-9675-493E-85CE-C0433ED40BCC}" sibTransId="{FCC676AD-8C70-4882-9699-DF4595270414}"/>
    <dgm:cxn modelId="{A8719EC5-E5D3-41D9-B441-B90484BD25EC}" srcId="{6CA904D8-E9D0-4DA2-9253-A85860EDB984}" destId="{023ACC10-7080-415C-A9D0-1276F5CDD4FF}" srcOrd="0" destOrd="0" parTransId="{B6496F19-DE0B-4065-86E2-DC37B626E247}" sibTransId="{F4CCDE78-3BB6-4875-8EB0-1AB2DD745166}"/>
    <dgm:cxn modelId="{BB750DCF-9D58-4352-91E5-53FCAFADCD5C}" type="presOf" srcId="{A9B5FB42-3FC0-45B1-8F37-EF9349FF4BD2}" destId="{B1ECF18B-602D-4393-9E5F-9EDC4B42ACF5}" srcOrd="0" destOrd="1" presId="urn:microsoft.com/office/officeart/2009/3/layout/BlockDescendingList"/>
    <dgm:cxn modelId="{9023E0D7-2AB1-40C9-A54E-130F3448ED1D}" type="presOf" srcId="{B39416A4-E71A-429A-98AE-083C09697BE2}" destId="{93A51DAE-2929-4279-9966-05BF342195D4}" srcOrd="0" destOrd="1" presId="urn:microsoft.com/office/officeart/2009/3/layout/BlockDescendingList"/>
    <dgm:cxn modelId="{B84AA0D9-58FE-4CCF-8B2B-8CE18F70B51E}" srcId="{6CA904D8-E9D0-4DA2-9253-A85860EDB984}" destId="{B39416A4-E71A-429A-98AE-083C09697BE2}" srcOrd="1" destOrd="0" parTransId="{A5601855-EF01-4C97-A961-C6A898F78EF5}" sibTransId="{DFDE05DE-3DFC-4A80-A6A8-7375D574AA9E}"/>
    <dgm:cxn modelId="{80ACD2EF-79BB-4CE0-A27A-C390C0EC280D}" srcId="{348E95D9-8072-4559-A0FB-CA5B854A2183}" destId="{AC38009E-BEDA-45B8-B83C-058532FCDD4B}" srcOrd="0" destOrd="0" parTransId="{68395B18-5396-44C7-9AE0-0D9652A35A6D}" sibTransId="{93FEA0FA-F5D4-4BD3-8675-14A7DBAD884D}"/>
    <dgm:cxn modelId="{AA7666F7-7E27-48C3-8A52-1F01016B3A0F}" type="presOf" srcId="{023ACC10-7080-415C-A9D0-1276F5CDD4FF}" destId="{93A51DAE-2929-4279-9966-05BF342195D4}" srcOrd="0" destOrd="0" presId="urn:microsoft.com/office/officeart/2009/3/layout/BlockDescendingList"/>
    <dgm:cxn modelId="{E8C50446-554C-4CE4-9B1B-E50A0700C6AC}" type="presParOf" srcId="{46946591-16B4-4B16-84A8-46AE689DA031}" destId="{5BFEC5C2-3531-4FCB-9AAA-C05A06DC6A37}" srcOrd="0" destOrd="0" presId="urn:microsoft.com/office/officeart/2009/3/layout/BlockDescendingList"/>
    <dgm:cxn modelId="{89EB8A6E-85CB-4A9E-9F7D-213D874E4A04}" type="presParOf" srcId="{46946591-16B4-4B16-84A8-46AE689DA031}" destId="{B1ECF18B-602D-4393-9E5F-9EDC4B42ACF5}" srcOrd="1" destOrd="0" presId="urn:microsoft.com/office/officeart/2009/3/layout/BlockDescendingList"/>
    <dgm:cxn modelId="{431E1290-8A16-49F3-908C-3F1D1E974AB1}" type="presParOf" srcId="{46946591-16B4-4B16-84A8-46AE689DA031}" destId="{1528E64A-E2A8-4297-891E-BB7114ADF677}" srcOrd="2" destOrd="0" presId="urn:microsoft.com/office/officeart/2009/3/layout/BlockDescendingList"/>
    <dgm:cxn modelId="{BB049510-830F-40A4-A90C-D48C0833C304}" type="presParOf" srcId="{1528E64A-E2A8-4297-891E-BB7114ADF677}" destId="{363D2D15-2B0A-41FB-BE2E-5F765CA763F9}" srcOrd="0" destOrd="0" presId="urn:microsoft.com/office/officeart/2009/3/layout/BlockDescendingList"/>
    <dgm:cxn modelId="{0F52027E-D978-4EB5-80F4-B90833037A62}" type="presParOf" srcId="{46946591-16B4-4B16-84A8-46AE689DA031}" destId="{15282F4F-B39A-4923-A1F6-BCC130996A87}" srcOrd="3" destOrd="0" presId="urn:microsoft.com/office/officeart/2009/3/layout/BlockDescendingList"/>
    <dgm:cxn modelId="{514B4747-DC2E-442D-95D4-F3B68AE21309}" type="presParOf" srcId="{46946591-16B4-4B16-84A8-46AE689DA031}" destId="{93A51DAE-2929-4279-9966-05BF342195D4}" srcOrd="4" destOrd="0" presId="urn:microsoft.com/office/officeart/2009/3/layout/BlockDescendingList"/>
    <dgm:cxn modelId="{E1D199E4-9780-4F55-BDD2-A17D7B2A5495}" type="presParOf" srcId="{46946591-16B4-4B16-84A8-46AE689DA031}" destId="{0B4AA68E-00B7-4973-B061-66B5E4BA5242}" srcOrd="5" destOrd="0" presId="urn:microsoft.com/office/officeart/2009/3/layout/BlockDescendingList"/>
    <dgm:cxn modelId="{8D7EA61E-2E57-41AB-8FB3-8FF3F105A4E1}" type="presParOf" srcId="{0B4AA68E-00B7-4973-B061-66B5E4BA5242}" destId="{13D0ACD8-83BB-4303-A904-25796D02A059}" srcOrd="0" destOrd="0" presId="urn:microsoft.com/office/officeart/2009/3/layout/BlockDescending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B6C6A8C-447E-4DA2-B8C6-A19DAA3CE48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0E2632E8-00A6-4A8C-8950-1F27CF49C3EA}">
      <dgm:prSet phldrT="[Text]" custT="1"/>
      <dgm:spPr/>
      <dgm:t>
        <a:bodyPr/>
        <a:lstStyle/>
        <a:p>
          <a:r>
            <a:rPr lang="ar-SA" sz="1800" dirty="0">
              <a:solidFill>
                <a:schemeClr val="bg1"/>
              </a:solidFill>
              <a:latin typeface="+mj-lt"/>
              <a:ea typeface="+mj-ea"/>
              <a:cs typeface="+mj-cs"/>
            </a:rPr>
            <a:t>اشکالات زیست‌محیطی</a:t>
          </a:r>
          <a:endParaRPr lang="en-US" sz="1800" dirty="0">
            <a:solidFill>
              <a:schemeClr val="bg1"/>
            </a:solidFill>
          </a:endParaRPr>
        </a:p>
      </dgm:t>
    </dgm:pt>
    <dgm:pt modelId="{2CFE20CE-36DC-4B34-818D-8FFAC2E31BFD}" type="parTrans" cxnId="{8D1487FA-209D-405E-8719-1D8F163591D7}">
      <dgm:prSet/>
      <dgm:spPr/>
      <dgm:t>
        <a:bodyPr/>
        <a:lstStyle/>
        <a:p>
          <a:endParaRPr lang="en-US" sz="1800">
            <a:solidFill>
              <a:schemeClr val="bg1"/>
            </a:solidFill>
          </a:endParaRPr>
        </a:p>
      </dgm:t>
    </dgm:pt>
    <dgm:pt modelId="{0628AF04-B3A3-4090-B16E-FF8CF1F93D6D}" type="sibTrans" cxnId="{8D1487FA-209D-405E-8719-1D8F163591D7}">
      <dgm:prSet/>
      <dgm:spPr/>
      <dgm:t>
        <a:bodyPr/>
        <a:lstStyle/>
        <a:p>
          <a:endParaRPr lang="en-US" sz="1800">
            <a:solidFill>
              <a:schemeClr val="bg1"/>
            </a:solidFill>
          </a:endParaRPr>
        </a:p>
      </dgm:t>
    </dgm:pt>
    <dgm:pt modelId="{9B66E1B6-E483-48C5-A404-FAC298286F90}">
      <dgm:prSet phldrT="[Text]" custT="1"/>
      <dgm:spPr/>
      <dgm:t>
        <a:bodyPr/>
        <a:lstStyle/>
        <a:p>
          <a:pPr rtl="1"/>
          <a:r>
            <a:rPr lang="ar-SA" sz="1800" dirty="0">
              <a:solidFill>
                <a:schemeClr val="bg1"/>
              </a:solidFill>
              <a:latin typeface="+mj-lt"/>
              <a:ea typeface="+mj-ea"/>
              <a:cs typeface="+mj-cs"/>
            </a:rPr>
            <a:t>عدم وجود فرایندهای استاندارد برای به‌دست آوردن داده‌های چرخه عمر دقیق برای</a:t>
          </a:r>
          <a:r>
            <a:rPr lang="en-US" sz="1800" dirty="0">
              <a:solidFill>
                <a:schemeClr val="bg1"/>
              </a:solidFill>
              <a:latin typeface="+mj-lt"/>
              <a:ea typeface="+mj-ea"/>
              <a:cs typeface="+mj-cs"/>
            </a:rPr>
            <a:t> IoT</a:t>
          </a:r>
          <a:endParaRPr lang="en-US" sz="1800" dirty="0">
            <a:solidFill>
              <a:schemeClr val="bg1"/>
            </a:solidFill>
          </a:endParaRPr>
        </a:p>
      </dgm:t>
    </dgm:pt>
    <dgm:pt modelId="{A2F1650F-9ACF-40F2-9645-016E67049248}" type="parTrans" cxnId="{7DCC1851-AA68-4310-AA0D-A763ECF08D9A}">
      <dgm:prSet/>
      <dgm:spPr/>
      <dgm:t>
        <a:bodyPr/>
        <a:lstStyle/>
        <a:p>
          <a:endParaRPr lang="en-US" sz="1800">
            <a:solidFill>
              <a:schemeClr val="bg1"/>
            </a:solidFill>
          </a:endParaRPr>
        </a:p>
      </dgm:t>
    </dgm:pt>
    <dgm:pt modelId="{CDE22F66-0175-402C-93DB-F8AE5CFCCE8B}" type="sibTrans" cxnId="{7DCC1851-AA68-4310-AA0D-A763ECF08D9A}">
      <dgm:prSet/>
      <dgm:spPr/>
      <dgm:t>
        <a:bodyPr/>
        <a:lstStyle/>
        <a:p>
          <a:endParaRPr lang="en-US" sz="1800">
            <a:solidFill>
              <a:schemeClr val="bg1"/>
            </a:solidFill>
          </a:endParaRPr>
        </a:p>
      </dgm:t>
    </dgm:pt>
    <dgm:pt modelId="{BA46FAAF-55C7-4096-936C-2F01258C6ED2}">
      <dgm:prSet phldrT="[Text]" custT="1"/>
      <dgm:spPr/>
      <dgm:t>
        <a:bodyPr/>
        <a:lstStyle/>
        <a:p>
          <a:pPr rtl="1"/>
          <a:r>
            <a:rPr lang="ar-SA" sz="1800" dirty="0">
              <a:solidFill>
                <a:schemeClr val="bg1"/>
              </a:solidFill>
              <a:latin typeface="+mj-lt"/>
              <a:ea typeface="+mj-ea"/>
              <a:cs typeface="+mj-cs"/>
            </a:rPr>
            <a:t>فقدان استانداردسازی و راهنمایی در اجرای</a:t>
          </a:r>
          <a:r>
            <a:rPr lang="en-US" sz="1800" dirty="0">
              <a:solidFill>
                <a:schemeClr val="bg1"/>
              </a:solidFill>
              <a:latin typeface="+mj-lt"/>
              <a:ea typeface="+mj-ea"/>
              <a:cs typeface="+mj-cs"/>
            </a:rPr>
            <a:t> IoT </a:t>
          </a:r>
          <a:r>
            <a:rPr lang="ar-SA" sz="1800" dirty="0">
              <a:solidFill>
                <a:schemeClr val="bg1"/>
              </a:solidFill>
              <a:latin typeface="+mj-lt"/>
              <a:ea typeface="+mj-ea"/>
              <a:cs typeface="+mj-cs"/>
            </a:rPr>
            <a:t>برای</a:t>
          </a:r>
          <a:r>
            <a:rPr lang="en-US" sz="1800" dirty="0">
              <a:solidFill>
                <a:schemeClr val="bg1"/>
              </a:solidFill>
              <a:latin typeface="+mj-lt"/>
              <a:ea typeface="+mj-ea"/>
              <a:cs typeface="+mj-cs"/>
            </a:rPr>
            <a:t> CBM</a:t>
          </a:r>
          <a:r>
            <a:rPr lang="ar-SA" sz="1800" dirty="0">
              <a:solidFill>
                <a:schemeClr val="bg1"/>
              </a:solidFill>
              <a:latin typeface="+mj-lt"/>
              <a:ea typeface="+mj-ea"/>
              <a:cs typeface="+mj-cs"/>
            </a:rPr>
            <a:t>ها </a:t>
          </a:r>
          <a:endParaRPr lang="en-US" sz="1800" dirty="0">
            <a:solidFill>
              <a:schemeClr val="bg1"/>
            </a:solidFill>
          </a:endParaRPr>
        </a:p>
      </dgm:t>
    </dgm:pt>
    <dgm:pt modelId="{6B988B12-C2C2-448A-985F-19A6D418449E}" type="parTrans" cxnId="{20F7D0CE-798A-4CB7-8C46-1BA7B5443490}">
      <dgm:prSet/>
      <dgm:spPr/>
      <dgm:t>
        <a:bodyPr/>
        <a:lstStyle/>
        <a:p>
          <a:endParaRPr lang="en-US" sz="1800">
            <a:solidFill>
              <a:schemeClr val="bg1"/>
            </a:solidFill>
          </a:endParaRPr>
        </a:p>
      </dgm:t>
    </dgm:pt>
    <dgm:pt modelId="{5CE6B4AC-E971-4799-873C-A02CB318B2CF}" type="sibTrans" cxnId="{20F7D0CE-798A-4CB7-8C46-1BA7B5443490}">
      <dgm:prSet/>
      <dgm:spPr/>
      <dgm:t>
        <a:bodyPr/>
        <a:lstStyle/>
        <a:p>
          <a:endParaRPr lang="en-US" sz="1800">
            <a:solidFill>
              <a:schemeClr val="bg1"/>
            </a:solidFill>
          </a:endParaRPr>
        </a:p>
      </dgm:t>
    </dgm:pt>
    <dgm:pt modelId="{37DB46AF-A01C-4CC2-92BC-8AB886DA6AD1}">
      <dgm:prSet phldrT="[Text]" custT="1"/>
      <dgm:spPr/>
      <dgm:t>
        <a:bodyPr/>
        <a:lstStyle/>
        <a:p>
          <a:r>
            <a:rPr lang="ar-SA" sz="1800" dirty="0">
              <a:solidFill>
                <a:schemeClr val="bg1"/>
              </a:solidFill>
              <a:latin typeface="+mj-lt"/>
              <a:ea typeface="+mj-ea"/>
              <a:cs typeface="+mj-cs"/>
            </a:rPr>
            <a:t>تضمین امنیت داده‌ها و حریم خصوصی</a:t>
          </a:r>
          <a:endParaRPr lang="en-US" sz="1800" dirty="0">
            <a:solidFill>
              <a:schemeClr val="bg1"/>
            </a:solidFill>
          </a:endParaRPr>
        </a:p>
      </dgm:t>
    </dgm:pt>
    <dgm:pt modelId="{DC3490ED-62CD-4DCC-A2EF-6D2D0B0FE9E8}" type="parTrans" cxnId="{781527B2-EC06-434F-A431-9D69D5882307}">
      <dgm:prSet/>
      <dgm:spPr/>
      <dgm:t>
        <a:bodyPr/>
        <a:lstStyle/>
        <a:p>
          <a:endParaRPr lang="en-US" sz="1800">
            <a:solidFill>
              <a:schemeClr val="bg1"/>
            </a:solidFill>
          </a:endParaRPr>
        </a:p>
      </dgm:t>
    </dgm:pt>
    <dgm:pt modelId="{B185E3B3-588E-477F-9B6B-E7136857E764}" type="sibTrans" cxnId="{781527B2-EC06-434F-A431-9D69D5882307}">
      <dgm:prSet/>
      <dgm:spPr/>
      <dgm:t>
        <a:bodyPr/>
        <a:lstStyle/>
        <a:p>
          <a:endParaRPr lang="en-US" sz="1800">
            <a:solidFill>
              <a:schemeClr val="bg1"/>
            </a:solidFill>
          </a:endParaRPr>
        </a:p>
      </dgm:t>
    </dgm:pt>
    <dgm:pt modelId="{6177ACFE-6BFB-47F5-9A5D-1317EC7F8809}">
      <dgm:prSet phldrT="[Text]" custT="1"/>
      <dgm:spPr/>
      <dgm:t>
        <a:bodyPr/>
        <a:lstStyle/>
        <a:p>
          <a:r>
            <a:rPr lang="ar-SA" sz="1800" dirty="0">
              <a:solidFill>
                <a:schemeClr val="bg1"/>
              </a:solidFill>
              <a:latin typeface="+mj-lt"/>
              <a:ea typeface="+mj-ea"/>
              <a:cs typeface="+mj-cs"/>
            </a:rPr>
            <a:t>حملات بات نت </a:t>
          </a:r>
          <a:endParaRPr lang="en-US" sz="1800" dirty="0">
            <a:solidFill>
              <a:schemeClr val="bg1"/>
            </a:solidFill>
          </a:endParaRPr>
        </a:p>
      </dgm:t>
    </dgm:pt>
    <dgm:pt modelId="{40AFF943-A7EC-4E70-BB7D-3188CFED72D4}" type="parTrans" cxnId="{175200FD-581B-44CB-9572-5DBF5AAE00E6}">
      <dgm:prSet/>
      <dgm:spPr/>
      <dgm:t>
        <a:bodyPr/>
        <a:lstStyle/>
        <a:p>
          <a:endParaRPr lang="en-US" sz="1800">
            <a:solidFill>
              <a:schemeClr val="bg1"/>
            </a:solidFill>
          </a:endParaRPr>
        </a:p>
      </dgm:t>
    </dgm:pt>
    <dgm:pt modelId="{9328B663-C9F4-4FCF-9CC8-6127C6C49678}" type="sibTrans" cxnId="{175200FD-581B-44CB-9572-5DBF5AAE00E6}">
      <dgm:prSet/>
      <dgm:spPr/>
      <dgm:t>
        <a:bodyPr/>
        <a:lstStyle/>
        <a:p>
          <a:endParaRPr lang="en-US" sz="1800">
            <a:solidFill>
              <a:schemeClr val="bg1"/>
            </a:solidFill>
          </a:endParaRPr>
        </a:p>
      </dgm:t>
    </dgm:pt>
    <dgm:pt modelId="{E96E9530-2F3B-4793-B08E-B62367744AEC}">
      <dgm:prSet phldrT="[Text]" custT="1"/>
      <dgm:spPr/>
      <dgm:t>
        <a:bodyPr/>
        <a:lstStyle/>
        <a:p>
          <a:pPr algn="r" rtl="1"/>
          <a:r>
            <a:rPr lang="ar-SA" sz="1800" dirty="0">
              <a:solidFill>
                <a:schemeClr val="bg1"/>
              </a:solidFill>
              <a:latin typeface="+mj-lt"/>
              <a:ea typeface="+mj-ea"/>
              <a:cs typeface="+mj-cs"/>
            </a:rPr>
            <a:t>ترکیب بلاک‌چین در چارچوب</a:t>
          </a:r>
          <a:r>
            <a:rPr lang="en-US" sz="1800" dirty="0">
              <a:solidFill>
                <a:schemeClr val="bg1"/>
              </a:solidFill>
              <a:latin typeface="+mj-lt"/>
              <a:ea typeface="+mj-ea"/>
              <a:cs typeface="+mj-cs"/>
            </a:rPr>
            <a:t> IoT </a:t>
          </a:r>
          <a:r>
            <a:rPr lang="ar-SA" sz="1800" dirty="0">
              <a:solidFill>
                <a:schemeClr val="bg1"/>
              </a:solidFill>
              <a:latin typeface="+mj-lt"/>
              <a:ea typeface="+mj-ea"/>
              <a:cs typeface="+mj-cs"/>
            </a:rPr>
            <a:t>مسائل فنی، زیرساختی، مصرف انرژی، اشکالات زیست‌محیطی و چالش‌های قانونی</a:t>
          </a:r>
          <a:endParaRPr lang="en-US" sz="1800" dirty="0">
            <a:solidFill>
              <a:schemeClr val="bg1"/>
            </a:solidFill>
          </a:endParaRPr>
        </a:p>
      </dgm:t>
    </dgm:pt>
    <dgm:pt modelId="{572190B5-DC1D-443B-88B7-A959E6CF6B46}" type="parTrans" cxnId="{C9A1B9F7-79B2-454B-9232-C432C6F92A54}">
      <dgm:prSet/>
      <dgm:spPr/>
      <dgm:t>
        <a:bodyPr/>
        <a:lstStyle/>
        <a:p>
          <a:endParaRPr lang="en-US" sz="1800">
            <a:solidFill>
              <a:schemeClr val="bg1"/>
            </a:solidFill>
          </a:endParaRPr>
        </a:p>
      </dgm:t>
    </dgm:pt>
    <dgm:pt modelId="{CCBA151F-21C5-4377-B447-4ED379E05A5F}" type="sibTrans" cxnId="{C9A1B9F7-79B2-454B-9232-C432C6F92A54}">
      <dgm:prSet/>
      <dgm:spPr/>
      <dgm:t>
        <a:bodyPr/>
        <a:lstStyle/>
        <a:p>
          <a:endParaRPr lang="en-US" sz="1800">
            <a:solidFill>
              <a:schemeClr val="bg1"/>
            </a:solidFill>
          </a:endParaRPr>
        </a:p>
      </dgm:t>
    </dgm:pt>
    <dgm:pt modelId="{B26D0B4D-E57A-44B5-9157-DE2D4C2C3AAD}">
      <dgm:prSet phldrT="[Text]" custT="1"/>
      <dgm:spPr/>
      <dgm:t>
        <a:bodyPr/>
        <a:lstStyle/>
        <a:p>
          <a:r>
            <a:rPr lang="ar-SA" sz="1800" dirty="0">
              <a:solidFill>
                <a:schemeClr val="bg1"/>
              </a:solidFill>
              <a:latin typeface="+mj-lt"/>
              <a:ea typeface="+mj-ea"/>
              <a:cs typeface="+mj-cs"/>
            </a:rPr>
            <a:t>مسائل مرتبط با قابلیت بازیافت، و انرژی‌های الکترونیکی </a:t>
          </a:r>
          <a:endParaRPr lang="en-US" sz="1800" dirty="0">
            <a:solidFill>
              <a:schemeClr val="bg1"/>
            </a:solidFill>
          </a:endParaRPr>
        </a:p>
      </dgm:t>
    </dgm:pt>
    <dgm:pt modelId="{F552D8F3-46CF-4AD7-BCC1-94882841AB1F}" type="parTrans" cxnId="{C1B046AC-DF45-48A5-9E52-D89846A5F4EF}">
      <dgm:prSet/>
      <dgm:spPr/>
      <dgm:t>
        <a:bodyPr/>
        <a:lstStyle/>
        <a:p>
          <a:endParaRPr lang="en-US" sz="1800">
            <a:solidFill>
              <a:schemeClr val="bg1"/>
            </a:solidFill>
          </a:endParaRPr>
        </a:p>
      </dgm:t>
    </dgm:pt>
    <dgm:pt modelId="{F83703C8-844C-4006-AC40-989ABDB3F0D7}" type="sibTrans" cxnId="{C1B046AC-DF45-48A5-9E52-D89846A5F4EF}">
      <dgm:prSet/>
      <dgm:spPr/>
      <dgm:t>
        <a:bodyPr/>
        <a:lstStyle/>
        <a:p>
          <a:endParaRPr lang="en-US" sz="1800">
            <a:solidFill>
              <a:schemeClr val="bg1"/>
            </a:solidFill>
          </a:endParaRPr>
        </a:p>
      </dgm:t>
    </dgm:pt>
    <dgm:pt modelId="{8F260B52-B793-4FB4-B6C5-7C8FB3DBD01A}" type="pres">
      <dgm:prSet presAssocID="{3B6C6A8C-447E-4DA2-B8C6-A19DAA3CE487}" presName="linear" presStyleCnt="0">
        <dgm:presLayoutVars>
          <dgm:dir val="rev"/>
          <dgm:animLvl val="lvl"/>
          <dgm:resizeHandles val="exact"/>
        </dgm:presLayoutVars>
      </dgm:prSet>
      <dgm:spPr/>
    </dgm:pt>
    <dgm:pt modelId="{0ECC928E-6BD9-4E8A-AF86-06A1715C7D43}" type="pres">
      <dgm:prSet presAssocID="{0E2632E8-00A6-4A8C-8950-1F27CF49C3EA}" presName="parentLin" presStyleCnt="0"/>
      <dgm:spPr/>
    </dgm:pt>
    <dgm:pt modelId="{D30F3545-6C6F-4363-B5F1-D3F2AE50F603}" type="pres">
      <dgm:prSet presAssocID="{0E2632E8-00A6-4A8C-8950-1F27CF49C3EA}" presName="parentLeftMargin" presStyleLbl="node1" presStyleIdx="0" presStyleCnt="7"/>
      <dgm:spPr/>
    </dgm:pt>
    <dgm:pt modelId="{92FD6083-E158-4FAE-8546-B9A3C7E7D4DE}" type="pres">
      <dgm:prSet presAssocID="{0E2632E8-00A6-4A8C-8950-1F27CF49C3EA}" presName="parentText" presStyleLbl="node1" presStyleIdx="0" presStyleCnt="7">
        <dgm:presLayoutVars>
          <dgm:chMax val="0"/>
          <dgm:bulletEnabled val="1"/>
        </dgm:presLayoutVars>
      </dgm:prSet>
      <dgm:spPr/>
    </dgm:pt>
    <dgm:pt modelId="{34E1A248-664C-4E50-87D8-FA15BE81ED4D}" type="pres">
      <dgm:prSet presAssocID="{0E2632E8-00A6-4A8C-8950-1F27CF49C3EA}" presName="negativeSpace" presStyleCnt="0"/>
      <dgm:spPr/>
    </dgm:pt>
    <dgm:pt modelId="{72567A61-7EF9-4E54-9E0B-B527BF9F24AF}" type="pres">
      <dgm:prSet presAssocID="{0E2632E8-00A6-4A8C-8950-1F27CF49C3EA}" presName="childText" presStyleLbl="conFgAcc1" presStyleIdx="0" presStyleCnt="7">
        <dgm:presLayoutVars>
          <dgm:bulletEnabled val="1"/>
        </dgm:presLayoutVars>
      </dgm:prSet>
      <dgm:spPr/>
    </dgm:pt>
    <dgm:pt modelId="{09087CA9-FCC8-49B8-8297-2C9F3D780063}" type="pres">
      <dgm:prSet presAssocID="{0628AF04-B3A3-4090-B16E-FF8CF1F93D6D}" presName="spaceBetweenRectangles" presStyleCnt="0"/>
      <dgm:spPr/>
    </dgm:pt>
    <dgm:pt modelId="{6EB03F12-78C2-466B-9FAF-2948C8920F9A}" type="pres">
      <dgm:prSet presAssocID="{37DB46AF-A01C-4CC2-92BC-8AB886DA6AD1}" presName="parentLin" presStyleCnt="0"/>
      <dgm:spPr/>
    </dgm:pt>
    <dgm:pt modelId="{6ACA923F-D4B8-4A08-AC26-0ECEBE49B523}" type="pres">
      <dgm:prSet presAssocID="{37DB46AF-A01C-4CC2-92BC-8AB886DA6AD1}" presName="parentLeftMargin" presStyleLbl="node1" presStyleIdx="0" presStyleCnt="7"/>
      <dgm:spPr/>
    </dgm:pt>
    <dgm:pt modelId="{1097963A-8CCD-4157-B073-9B04D15908DC}" type="pres">
      <dgm:prSet presAssocID="{37DB46AF-A01C-4CC2-92BC-8AB886DA6AD1}" presName="parentText" presStyleLbl="node1" presStyleIdx="1" presStyleCnt="7">
        <dgm:presLayoutVars>
          <dgm:chMax val="0"/>
          <dgm:bulletEnabled val="1"/>
        </dgm:presLayoutVars>
      </dgm:prSet>
      <dgm:spPr/>
    </dgm:pt>
    <dgm:pt modelId="{B4F12531-0D78-4875-A1C1-90772F72891E}" type="pres">
      <dgm:prSet presAssocID="{37DB46AF-A01C-4CC2-92BC-8AB886DA6AD1}" presName="negativeSpace" presStyleCnt="0"/>
      <dgm:spPr/>
    </dgm:pt>
    <dgm:pt modelId="{7C047DD6-D4AB-4DFF-903B-478A737E2394}" type="pres">
      <dgm:prSet presAssocID="{37DB46AF-A01C-4CC2-92BC-8AB886DA6AD1}" presName="childText" presStyleLbl="conFgAcc1" presStyleIdx="1" presStyleCnt="7">
        <dgm:presLayoutVars>
          <dgm:bulletEnabled val="1"/>
        </dgm:presLayoutVars>
      </dgm:prSet>
      <dgm:spPr/>
    </dgm:pt>
    <dgm:pt modelId="{29C238BA-3F42-4C18-B660-0150798DB89B}" type="pres">
      <dgm:prSet presAssocID="{B185E3B3-588E-477F-9B6B-E7136857E764}" presName="spaceBetweenRectangles" presStyleCnt="0"/>
      <dgm:spPr/>
    </dgm:pt>
    <dgm:pt modelId="{DD3DBED2-81C8-4A14-9F32-72EF124A8489}" type="pres">
      <dgm:prSet presAssocID="{6177ACFE-6BFB-47F5-9A5D-1317EC7F8809}" presName="parentLin" presStyleCnt="0"/>
      <dgm:spPr/>
    </dgm:pt>
    <dgm:pt modelId="{E8734327-7368-426B-9702-EEFB927CFAF0}" type="pres">
      <dgm:prSet presAssocID="{6177ACFE-6BFB-47F5-9A5D-1317EC7F8809}" presName="parentLeftMargin" presStyleLbl="node1" presStyleIdx="1" presStyleCnt="7"/>
      <dgm:spPr/>
    </dgm:pt>
    <dgm:pt modelId="{6EDECE11-C6E3-4A43-8CB0-26D2498391AE}" type="pres">
      <dgm:prSet presAssocID="{6177ACFE-6BFB-47F5-9A5D-1317EC7F8809}" presName="parentText" presStyleLbl="node1" presStyleIdx="2" presStyleCnt="7">
        <dgm:presLayoutVars>
          <dgm:chMax val="0"/>
          <dgm:bulletEnabled val="1"/>
        </dgm:presLayoutVars>
      </dgm:prSet>
      <dgm:spPr/>
    </dgm:pt>
    <dgm:pt modelId="{BFD70347-A5EB-4F67-981D-BD18FDD45E7C}" type="pres">
      <dgm:prSet presAssocID="{6177ACFE-6BFB-47F5-9A5D-1317EC7F8809}" presName="negativeSpace" presStyleCnt="0"/>
      <dgm:spPr/>
    </dgm:pt>
    <dgm:pt modelId="{30ECC191-1DDF-4D3C-8F9C-A4746DC0D834}" type="pres">
      <dgm:prSet presAssocID="{6177ACFE-6BFB-47F5-9A5D-1317EC7F8809}" presName="childText" presStyleLbl="conFgAcc1" presStyleIdx="2" presStyleCnt="7">
        <dgm:presLayoutVars>
          <dgm:bulletEnabled val="1"/>
        </dgm:presLayoutVars>
      </dgm:prSet>
      <dgm:spPr/>
    </dgm:pt>
    <dgm:pt modelId="{13A3F075-42FA-491E-9B4D-AD5EC438CBF8}" type="pres">
      <dgm:prSet presAssocID="{9328B663-C9F4-4FCF-9CC8-6127C6C49678}" presName="spaceBetweenRectangles" presStyleCnt="0"/>
      <dgm:spPr/>
    </dgm:pt>
    <dgm:pt modelId="{75FE3DEC-3D1A-46CF-98AF-8C1D37DF5E61}" type="pres">
      <dgm:prSet presAssocID="{B26D0B4D-E57A-44B5-9157-DE2D4C2C3AAD}" presName="parentLin" presStyleCnt="0"/>
      <dgm:spPr/>
    </dgm:pt>
    <dgm:pt modelId="{C85B38B3-CEA6-4C35-A61E-37C8EEE9CCEB}" type="pres">
      <dgm:prSet presAssocID="{B26D0B4D-E57A-44B5-9157-DE2D4C2C3AAD}" presName="parentLeftMargin" presStyleLbl="node1" presStyleIdx="2" presStyleCnt="7"/>
      <dgm:spPr/>
    </dgm:pt>
    <dgm:pt modelId="{7E97E567-EA8F-46E2-9605-E255DED9EC0F}" type="pres">
      <dgm:prSet presAssocID="{B26D0B4D-E57A-44B5-9157-DE2D4C2C3AAD}" presName="parentText" presStyleLbl="node1" presStyleIdx="3" presStyleCnt="7">
        <dgm:presLayoutVars>
          <dgm:chMax val="0"/>
          <dgm:bulletEnabled val="1"/>
        </dgm:presLayoutVars>
      </dgm:prSet>
      <dgm:spPr/>
    </dgm:pt>
    <dgm:pt modelId="{838F22C6-B423-47FC-80DE-C6A142EDF83D}" type="pres">
      <dgm:prSet presAssocID="{B26D0B4D-E57A-44B5-9157-DE2D4C2C3AAD}" presName="negativeSpace" presStyleCnt="0"/>
      <dgm:spPr/>
    </dgm:pt>
    <dgm:pt modelId="{23DC19B9-7B09-4A2E-8E75-87212E42FF9B}" type="pres">
      <dgm:prSet presAssocID="{B26D0B4D-E57A-44B5-9157-DE2D4C2C3AAD}" presName="childText" presStyleLbl="conFgAcc1" presStyleIdx="3" presStyleCnt="7">
        <dgm:presLayoutVars>
          <dgm:bulletEnabled val="1"/>
        </dgm:presLayoutVars>
      </dgm:prSet>
      <dgm:spPr/>
    </dgm:pt>
    <dgm:pt modelId="{70E50197-9433-4A19-9579-911017C30C64}" type="pres">
      <dgm:prSet presAssocID="{F83703C8-844C-4006-AC40-989ABDB3F0D7}" presName="spaceBetweenRectangles" presStyleCnt="0"/>
      <dgm:spPr/>
    </dgm:pt>
    <dgm:pt modelId="{B027729C-98D1-467C-8C86-21671231490D}" type="pres">
      <dgm:prSet presAssocID="{E96E9530-2F3B-4793-B08E-B62367744AEC}" presName="parentLin" presStyleCnt="0"/>
      <dgm:spPr/>
    </dgm:pt>
    <dgm:pt modelId="{0F01B557-7BB7-4D13-99C2-3270200366DC}" type="pres">
      <dgm:prSet presAssocID="{E96E9530-2F3B-4793-B08E-B62367744AEC}" presName="parentLeftMargin" presStyleLbl="node1" presStyleIdx="3" presStyleCnt="7"/>
      <dgm:spPr/>
    </dgm:pt>
    <dgm:pt modelId="{F31A8051-F7B9-4F1A-8D0B-01F75ECD263C}" type="pres">
      <dgm:prSet presAssocID="{E96E9530-2F3B-4793-B08E-B62367744AEC}" presName="parentText" presStyleLbl="node1" presStyleIdx="4" presStyleCnt="7">
        <dgm:presLayoutVars>
          <dgm:chMax val="0"/>
          <dgm:bulletEnabled val="1"/>
        </dgm:presLayoutVars>
      </dgm:prSet>
      <dgm:spPr/>
    </dgm:pt>
    <dgm:pt modelId="{EBE60A24-8EAC-4A03-B3E0-89EF03A2CE50}" type="pres">
      <dgm:prSet presAssocID="{E96E9530-2F3B-4793-B08E-B62367744AEC}" presName="negativeSpace" presStyleCnt="0"/>
      <dgm:spPr/>
    </dgm:pt>
    <dgm:pt modelId="{6F7832BF-B008-4FA9-A53A-4BB8878472EA}" type="pres">
      <dgm:prSet presAssocID="{E96E9530-2F3B-4793-B08E-B62367744AEC}" presName="childText" presStyleLbl="conFgAcc1" presStyleIdx="4" presStyleCnt="7">
        <dgm:presLayoutVars>
          <dgm:bulletEnabled val="1"/>
        </dgm:presLayoutVars>
      </dgm:prSet>
      <dgm:spPr/>
    </dgm:pt>
    <dgm:pt modelId="{91202A00-6B25-44A8-BF64-67C395C09E4D}" type="pres">
      <dgm:prSet presAssocID="{CCBA151F-21C5-4377-B447-4ED379E05A5F}" presName="spaceBetweenRectangles" presStyleCnt="0"/>
      <dgm:spPr/>
    </dgm:pt>
    <dgm:pt modelId="{274B1647-8075-4D8E-B133-28122BCA4A1F}" type="pres">
      <dgm:prSet presAssocID="{9B66E1B6-E483-48C5-A404-FAC298286F90}" presName="parentLin" presStyleCnt="0"/>
      <dgm:spPr/>
    </dgm:pt>
    <dgm:pt modelId="{DB5BD4C7-6C46-465B-B341-1F40EA1AB208}" type="pres">
      <dgm:prSet presAssocID="{9B66E1B6-E483-48C5-A404-FAC298286F90}" presName="parentLeftMargin" presStyleLbl="node1" presStyleIdx="4" presStyleCnt="7"/>
      <dgm:spPr/>
    </dgm:pt>
    <dgm:pt modelId="{C7EFC84A-917A-4F1E-9420-BC3B031EFE03}" type="pres">
      <dgm:prSet presAssocID="{9B66E1B6-E483-48C5-A404-FAC298286F90}" presName="parentText" presStyleLbl="node1" presStyleIdx="5" presStyleCnt="7">
        <dgm:presLayoutVars>
          <dgm:chMax val="0"/>
          <dgm:bulletEnabled val="1"/>
        </dgm:presLayoutVars>
      </dgm:prSet>
      <dgm:spPr/>
    </dgm:pt>
    <dgm:pt modelId="{CE1C568D-C62D-4CD9-B3CD-A291A9685DE9}" type="pres">
      <dgm:prSet presAssocID="{9B66E1B6-E483-48C5-A404-FAC298286F90}" presName="negativeSpace" presStyleCnt="0"/>
      <dgm:spPr/>
    </dgm:pt>
    <dgm:pt modelId="{BFA5C274-EF8A-4789-9A6C-9EF843D74713}" type="pres">
      <dgm:prSet presAssocID="{9B66E1B6-E483-48C5-A404-FAC298286F90}" presName="childText" presStyleLbl="conFgAcc1" presStyleIdx="5" presStyleCnt="7">
        <dgm:presLayoutVars>
          <dgm:bulletEnabled val="1"/>
        </dgm:presLayoutVars>
      </dgm:prSet>
      <dgm:spPr/>
    </dgm:pt>
    <dgm:pt modelId="{503E8515-D8C3-4FE0-9FDD-194722C18DAB}" type="pres">
      <dgm:prSet presAssocID="{CDE22F66-0175-402C-93DB-F8AE5CFCCE8B}" presName="spaceBetweenRectangles" presStyleCnt="0"/>
      <dgm:spPr/>
    </dgm:pt>
    <dgm:pt modelId="{62540C7F-B37E-48B2-84F3-A443127354F0}" type="pres">
      <dgm:prSet presAssocID="{BA46FAAF-55C7-4096-936C-2F01258C6ED2}" presName="parentLin" presStyleCnt="0"/>
      <dgm:spPr/>
    </dgm:pt>
    <dgm:pt modelId="{A8653E50-736B-4AF0-8EDA-69155847943E}" type="pres">
      <dgm:prSet presAssocID="{BA46FAAF-55C7-4096-936C-2F01258C6ED2}" presName="parentLeftMargin" presStyleLbl="node1" presStyleIdx="5" presStyleCnt="7"/>
      <dgm:spPr/>
    </dgm:pt>
    <dgm:pt modelId="{760FB9C8-C059-465D-9887-6AEB77A7C765}" type="pres">
      <dgm:prSet presAssocID="{BA46FAAF-55C7-4096-936C-2F01258C6ED2}" presName="parentText" presStyleLbl="node1" presStyleIdx="6" presStyleCnt="7">
        <dgm:presLayoutVars>
          <dgm:chMax val="0"/>
          <dgm:bulletEnabled val="1"/>
        </dgm:presLayoutVars>
      </dgm:prSet>
      <dgm:spPr/>
    </dgm:pt>
    <dgm:pt modelId="{60669E4E-8780-40D1-8474-3FE48C993BE8}" type="pres">
      <dgm:prSet presAssocID="{BA46FAAF-55C7-4096-936C-2F01258C6ED2}" presName="negativeSpace" presStyleCnt="0"/>
      <dgm:spPr/>
    </dgm:pt>
    <dgm:pt modelId="{72DA181A-781F-4E57-BDB8-E87DB1C97D13}" type="pres">
      <dgm:prSet presAssocID="{BA46FAAF-55C7-4096-936C-2F01258C6ED2}" presName="childText" presStyleLbl="conFgAcc1" presStyleIdx="6" presStyleCnt="7">
        <dgm:presLayoutVars>
          <dgm:bulletEnabled val="1"/>
        </dgm:presLayoutVars>
      </dgm:prSet>
      <dgm:spPr/>
    </dgm:pt>
  </dgm:ptLst>
  <dgm:cxnLst>
    <dgm:cxn modelId="{C7A73320-9E9F-40A8-A6D2-AAF5DFD8DF3A}" type="presOf" srcId="{37DB46AF-A01C-4CC2-92BC-8AB886DA6AD1}" destId="{6ACA923F-D4B8-4A08-AC26-0ECEBE49B523}" srcOrd="0" destOrd="0" presId="urn:microsoft.com/office/officeart/2005/8/layout/list1"/>
    <dgm:cxn modelId="{B1F4DD20-B9AB-4E91-B592-D3A00B1A3843}" type="presOf" srcId="{BA46FAAF-55C7-4096-936C-2F01258C6ED2}" destId="{A8653E50-736B-4AF0-8EDA-69155847943E}" srcOrd="0" destOrd="0" presId="urn:microsoft.com/office/officeart/2005/8/layout/list1"/>
    <dgm:cxn modelId="{66A05929-E5B5-4887-8CB9-17618975E1D9}" type="presOf" srcId="{B26D0B4D-E57A-44B5-9157-DE2D4C2C3AAD}" destId="{7E97E567-EA8F-46E2-9605-E255DED9EC0F}" srcOrd="1" destOrd="0" presId="urn:microsoft.com/office/officeart/2005/8/layout/list1"/>
    <dgm:cxn modelId="{3027BF2B-8BE7-46F5-8951-20D8D7D9C251}" type="presOf" srcId="{E96E9530-2F3B-4793-B08E-B62367744AEC}" destId="{0F01B557-7BB7-4D13-99C2-3270200366DC}" srcOrd="0" destOrd="0" presId="urn:microsoft.com/office/officeart/2005/8/layout/list1"/>
    <dgm:cxn modelId="{89F3C92B-A9F5-4911-84C5-AD23D5BC7517}" type="presOf" srcId="{3B6C6A8C-447E-4DA2-B8C6-A19DAA3CE487}" destId="{8F260B52-B793-4FB4-B6C5-7C8FB3DBD01A}" srcOrd="0" destOrd="0" presId="urn:microsoft.com/office/officeart/2005/8/layout/list1"/>
    <dgm:cxn modelId="{9EB4022D-3F04-4615-9322-309BD1C3E8AA}" type="presOf" srcId="{B26D0B4D-E57A-44B5-9157-DE2D4C2C3AAD}" destId="{C85B38B3-CEA6-4C35-A61E-37C8EEE9CCEB}" srcOrd="0" destOrd="0" presId="urn:microsoft.com/office/officeart/2005/8/layout/list1"/>
    <dgm:cxn modelId="{8DDBD730-63F9-4D13-B1F0-821B0279F83E}" type="presOf" srcId="{BA46FAAF-55C7-4096-936C-2F01258C6ED2}" destId="{760FB9C8-C059-465D-9887-6AEB77A7C765}" srcOrd="1" destOrd="0" presId="urn:microsoft.com/office/officeart/2005/8/layout/list1"/>
    <dgm:cxn modelId="{1F60A635-42DE-4CF8-BDDF-7DA2F2AF8854}" type="presOf" srcId="{9B66E1B6-E483-48C5-A404-FAC298286F90}" destId="{DB5BD4C7-6C46-465B-B341-1F40EA1AB208}" srcOrd="0" destOrd="0" presId="urn:microsoft.com/office/officeart/2005/8/layout/list1"/>
    <dgm:cxn modelId="{E95D1646-127C-4C63-88C4-15AFA55F61C3}" type="presOf" srcId="{0E2632E8-00A6-4A8C-8950-1F27CF49C3EA}" destId="{D30F3545-6C6F-4363-B5F1-D3F2AE50F603}" srcOrd="0" destOrd="0" presId="urn:microsoft.com/office/officeart/2005/8/layout/list1"/>
    <dgm:cxn modelId="{7DCC1851-AA68-4310-AA0D-A763ECF08D9A}" srcId="{3B6C6A8C-447E-4DA2-B8C6-A19DAA3CE487}" destId="{9B66E1B6-E483-48C5-A404-FAC298286F90}" srcOrd="5" destOrd="0" parTransId="{A2F1650F-9ACF-40F2-9645-016E67049248}" sibTransId="{CDE22F66-0175-402C-93DB-F8AE5CFCCE8B}"/>
    <dgm:cxn modelId="{6A54E657-5D75-4C2B-A592-9A5520045D57}" type="presOf" srcId="{0E2632E8-00A6-4A8C-8950-1F27CF49C3EA}" destId="{92FD6083-E158-4FAE-8546-B9A3C7E7D4DE}" srcOrd="1" destOrd="0" presId="urn:microsoft.com/office/officeart/2005/8/layout/list1"/>
    <dgm:cxn modelId="{A2CA5258-D8F9-4CDB-85CD-57FA045022EC}" type="presOf" srcId="{37DB46AF-A01C-4CC2-92BC-8AB886DA6AD1}" destId="{1097963A-8CCD-4157-B073-9B04D15908DC}" srcOrd="1" destOrd="0" presId="urn:microsoft.com/office/officeart/2005/8/layout/list1"/>
    <dgm:cxn modelId="{64F63184-8A55-4A9D-A6C4-7994F1A68AFD}" type="presOf" srcId="{9B66E1B6-E483-48C5-A404-FAC298286F90}" destId="{C7EFC84A-917A-4F1E-9420-BC3B031EFE03}" srcOrd="1" destOrd="0" presId="urn:microsoft.com/office/officeart/2005/8/layout/list1"/>
    <dgm:cxn modelId="{E9031594-BC43-4544-88D0-692E4ED17C67}" type="presOf" srcId="{E96E9530-2F3B-4793-B08E-B62367744AEC}" destId="{F31A8051-F7B9-4F1A-8D0B-01F75ECD263C}" srcOrd="1" destOrd="0" presId="urn:microsoft.com/office/officeart/2005/8/layout/list1"/>
    <dgm:cxn modelId="{CEE8E097-352F-4019-9CDE-8A61E6186FBA}" type="presOf" srcId="{6177ACFE-6BFB-47F5-9A5D-1317EC7F8809}" destId="{6EDECE11-C6E3-4A43-8CB0-26D2498391AE}" srcOrd="1" destOrd="0" presId="urn:microsoft.com/office/officeart/2005/8/layout/list1"/>
    <dgm:cxn modelId="{C1B046AC-DF45-48A5-9E52-D89846A5F4EF}" srcId="{3B6C6A8C-447E-4DA2-B8C6-A19DAA3CE487}" destId="{B26D0B4D-E57A-44B5-9157-DE2D4C2C3AAD}" srcOrd="3" destOrd="0" parTransId="{F552D8F3-46CF-4AD7-BCC1-94882841AB1F}" sibTransId="{F83703C8-844C-4006-AC40-989ABDB3F0D7}"/>
    <dgm:cxn modelId="{781527B2-EC06-434F-A431-9D69D5882307}" srcId="{3B6C6A8C-447E-4DA2-B8C6-A19DAA3CE487}" destId="{37DB46AF-A01C-4CC2-92BC-8AB886DA6AD1}" srcOrd="1" destOrd="0" parTransId="{DC3490ED-62CD-4DCC-A2EF-6D2D0B0FE9E8}" sibTransId="{B185E3B3-588E-477F-9B6B-E7136857E764}"/>
    <dgm:cxn modelId="{20F7D0CE-798A-4CB7-8C46-1BA7B5443490}" srcId="{3B6C6A8C-447E-4DA2-B8C6-A19DAA3CE487}" destId="{BA46FAAF-55C7-4096-936C-2F01258C6ED2}" srcOrd="6" destOrd="0" parTransId="{6B988B12-C2C2-448A-985F-19A6D418449E}" sibTransId="{5CE6B4AC-E971-4799-873C-A02CB318B2CF}"/>
    <dgm:cxn modelId="{B32BE4E0-AFCC-4D8D-BDA0-BC2A8427002F}" type="presOf" srcId="{6177ACFE-6BFB-47F5-9A5D-1317EC7F8809}" destId="{E8734327-7368-426B-9702-EEFB927CFAF0}" srcOrd="0" destOrd="0" presId="urn:microsoft.com/office/officeart/2005/8/layout/list1"/>
    <dgm:cxn modelId="{C9A1B9F7-79B2-454B-9232-C432C6F92A54}" srcId="{3B6C6A8C-447E-4DA2-B8C6-A19DAA3CE487}" destId="{E96E9530-2F3B-4793-B08E-B62367744AEC}" srcOrd="4" destOrd="0" parTransId="{572190B5-DC1D-443B-88B7-A959E6CF6B46}" sibTransId="{CCBA151F-21C5-4377-B447-4ED379E05A5F}"/>
    <dgm:cxn modelId="{8D1487FA-209D-405E-8719-1D8F163591D7}" srcId="{3B6C6A8C-447E-4DA2-B8C6-A19DAA3CE487}" destId="{0E2632E8-00A6-4A8C-8950-1F27CF49C3EA}" srcOrd="0" destOrd="0" parTransId="{2CFE20CE-36DC-4B34-818D-8FFAC2E31BFD}" sibTransId="{0628AF04-B3A3-4090-B16E-FF8CF1F93D6D}"/>
    <dgm:cxn modelId="{175200FD-581B-44CB-9572-5DBF5AAE00E6}" srcId="{3B6C6A8C-447E-4DA2-B8C6-A19DAA3CE487}" destId="{6177ACFE-6BFB-47F5-9A5D-1317EC7F8809}" srcOrd="2" destOrd="0" parTransId="{40AFF943-A7EC-4E70-BB7D-3188CFED72D4}" sibTransId="{9328B663-C9F4-4FCF-9CC8-6127C6C49678}"/>
    <dgm:cxn modelId="{4B4CBF84-8701-452C-A276-64C311A2150C}" type="presParOf" srcId="{8F260B52-B793-4FB4-B6C5-7C8FB3DBD01A}" destId="{0ECC928E-6BD9-4E8A-AF86-06A1715C7D43}" srcOrd="0" destOrd="0" presId="urn:microsoft.com/office/officeart/2005/8/layout/list1"/>
    <dgm:cxn modelId="{7B866A6B-B305-4D95-9174-8E14350FACF8}" type="presParOf" srcId="{0ECC928E-6BD9-4E8A-AF86-06A1715C7D43}" destId="{D30F3545-6C6F-4363-B5F1-D3F2AE50F603}" srcOrd="0" destOrd="0" presId="urn:microsoft.com/office/officeart/2005/8/layout/list1"/>
    <dgm:cxn modelId="{6ADA52ED-94F2-465F-8023-3A7E97081EFE}" type="presParOf" srcId="{0ECC928E-6BD9-4E8A-AF86-06A1715C7D43}" destId="{92FD6083-E158-4FAE-8546-B9A3C7E7D4DE}" srcOrd="1" destOrd="0" presId="urn:microsoft.com/office/officeart/2005/8/layout/list1"/>
    <dgm:cxn modelId="{657A33E2-410F-43B7-B8C8-94AC94EE22AF}" type="presParOf" srcId="{8F260B52-B793-4FB4-B6C5-7C8FB3DBD01A}" destId="{34E1A248-664C-4E50-87D8-FA15BE81ED4D}" srcOrd="1" destOrd="0" presId="urn:microsoft.com/office/officeart/2005/8/layout/list1"/>
    <dgm:cxn modelId="{C3340A72-5B8A-4054-9AC1-8B7F4E9D9C2F}" type="presParOf" srcId="{8F260B52-B793-4FB4-B6C5-7C8FB3DBD01A}" destId="{72567A61-7EF9-4E54-9E0B-B527BF9F24AF}" srcOrd="2" destOrd="0" presId="urn:microsoft.com/office/officeart/2005/8/layout/list1"/>
    <dgm:cxn modelId="{DD4B0C43-5B2D-4B8A-957F-086740D21616}" type="presParOf" srcId="{8F260B52-B793-4FB4-B6C5-7C8FB3DBD01A}" destId="{09087CA9-FCC8-49B8-8297-2C9F3D780063}" srcOrd="3" destOrd="0" presId="urn:microsoft.com/office/officeart/2005/8/layout/list1"/>
    <dgm:cxn modelId="{B71C77F1-CE04-45BB-B3B0-008E199B0018}" type="presParOf" srcId="{8F260B52-B793-4FB4-B6C5-7C8FB3DBD01A}" destId="{6EB03F12-78C2-466B-9FAF-2948C8920F9A}" srcOrd="4" destOrd="0" presId="urn:microsoft.com/office/officeart/2005/8/layout/list1"/>
    <dgm:cxn modelId="{693324E7-9251-48AC-A100-0610A7EF1050}" type="presParOf" srcId="{6EB03F12-78C2-466B-9FAF-2948C8920F9A}" destId="{6ACA923F-D4B8-4A08-AC26-0ECEBE49B523}" srcOrd="0" destOrd="0" presId="urn:microsoft.com/office/officeart/2005/8/layout/list1"/>
    <dgm:cxn modelId="{5F503353-480E-4039-A0A5-226E36C738B8}" type="presParOf" srcId="{6EB03F12-78C2-466B-9FAF-2948C8920F9A}" destId="{1097963A-8CCD-4157-B073-9B04D15908DC}" srcOrd="1" destOrd="0" presId="urn:microsoft.com/office/officeart/2005/8/layout/list1"/>
    <dgm:cxn modelId="{2D5C1AD0-A990-4BF4-A95C-3933E87D23F7}" type="presParOf" srcId="{8F260B52-B793-4FB4-B6C5-7C8FB3DBD01A}" destId="{B4F12531-0D78-4875-A1C1-90772F72891E}" srcOrd="5" destOrd="0" presId="urn:microsoft.com/office/officeart/2005/8/layout/list1"/>
    <dgm:cxn modelId="{AD338C9F-3A74-4C13-802B-4CA2E34D3FE8}" type="presParOf" srcId="{8F260B52-B793-4FB4-B6C5-7C8FB3DBD01A}" destId="{7C047DD6-D4AB-4DFF-903B-478A737E2394}" srcOrd="6" destOrd="0" presId="urn:microsoft.com/office/officeart/2005/8/layout/list1"/>
    <dgm:cxn modelId="{F104073E-24BB-4A9F-85EE-8A228875AF7A}" type="presParOf" srcId="{8F260B52-B793-4FB4-B6C5-7C8FB3DBD01A}" destId="{29C238BA-3F42-4C18-B660-0150798DB89B}" srcOrd="7" destOrd="0" presId="urn:microsoft.com/office/officeart/2005/8/layout/list1"/>
    <dgm:cxn modelId="{192BBBA6-CC24-4AFD-81D0-8CE35BE859D3}" type="presParOf" srcId="{8F260B52-B793-4FB4-B6C5-7C8FB3DBD01A}" destId="{DD3DBED2-81C8-4A14-9F32-72EF124A8489}" srcOrd="8" destOrd="0" presId="urn:microsoft.com/office/officeart/2005/8/layout/list1"/>
    <dgm:cxn modelId="{D2721F06-E903-4A01-9078-8F084ACB3801}" type="presParOf" srcId="{DD3DBED2-81C8-4A14-9F32-72EF124A8489}" destId="{E8734327-7368-426B-9702-EEFB927CFAF0}" srcOrd="0" destOrd="0" presId="urn:microsoft.com/office/officeart/2005/8/layout/list1"/>
    <dgm:cxn modelId="{CA8AB500-DC0C-481E-A4E6-E9A28CB7D930}" type="presParOf" srcId="{DD3DBED2-81C8-4A14-9F32-72EF124A8489}" destId="{6EDECE11-C6E3-4A43-8CB0-26D2498391AE}" srcOrd="1" destOrd="0" presId="urn:microsoft.com/office/officeart/2005/8/layout/list1"/>
    <dgm:cxn modelId="{31266B0A-F147-4C19-BA86-9CEEC8280F5C}" type="presParOf" srcId="{8F260B52-B793-4FB4-B6C5-7C8FB3DBD01A}" destId="{BFD70347-A5EB-4F67-981D-BD18FDD45E7C}" srcOrd="9" destOrd="0" presId="urn:microsoft.com/office/officeart/2005/8/layout/list1"/>
    <dgm:cxn modelId="{D18B962E-870E-4695-A6A0-854DB0AB6246}" type="presParOf" srcId="{8F260B52-B793-4FB4-B6C5-7C8FB3DBD01A}" destId="{30ECC191-1DDF-4D3C-8F9C-A4746DC0D834}" srcOrd="10" destOrd="0" presId="urn:microsoft.com/office/officeart/2005/8/layout/list1"/>
    <dgm:cxn modelId="{AAFAE445-FEB7-47BD-8F0A-8FE16B6688A5}" type="presParOf" srcId="{8F260B52-B793-4FB4-B6C5-7C8FB3DBD01A}" destId="{13A3F075-42FA-491E-9B4D-AD5EC438CBF8}" srcOrd="11" destOrd="0" presId="urn:microsoft.com/office/officeart/2005/8/layout/list1"/>
    <dgm:cxn modelId="{08D0989B-6B35-4615-8258-2031FD8302D3}" type="presParOf" srcId="{8F260B52-B793-4FB4-B6C5-7C8FB3DBD01A}" destId="{75FE3DEC-3D1A-46CF-98AF-8C1D37DF5E61}" srcOrd="12" destOrd="0" presId="urn:microsoft.com/office/officeart/2005/8/layout/list1"/>
    <dgm:cxn modelId="{199696CE-EBBF-4612-8E94-92E6D258E67B}" type="presParOf" srcId="{75FE3DEC-3D1A-46CF-98AF-8C1D37DF5E61}" destId="{C85B38B3-CEA6-4C35-A61E-37C8EEE9CCEB}" srcOrd="0" destOrd="0" presId="urn:microsoft.com/office/officeart/2005/8/layout/list1"/>
    <dgm:cxn modelId="{F3F320CE-769D-4B96-9356-D6FE7554DE9B}" type="presParOf" srcId="{75FE3DEC-3D1A-46CF-98AF-8C1D37DF5E61}" destId="{7E97E567-EA8F-46E2-9605-E255DED9EC0F}" srcOrd="1" destOrd="0" presId="urn:microsoft.com/office/officeart/2005/8/layout/list1"/>
    <dgm:cxn modelId="{6182CB7B-D502-4C8D-BA2C-EBFF071B0365}" type="presParOf" srcId="{8F260B52-B793-4FB4-B6C5-7C8FB3DBD01A}" destId="{838F22C6-B423-47FC-80DE-C6A142EDF83D}" srcOrd="13" destOrd="0" presId="urn:microsoft.com/office/officeart/2005/8/layout/list1"/>
    <dgm:cxn modelId="{3FA33B22-4924-48E0-ADA1-7C9852C0ED51}" type="presParOf" srcId="{8F260B52-B793-4FB4-B6C5-7C8FB3DBD01A}" destId="{23DC19B9-7B09-4A2E-8E75-87212E42FF9B}" srcOrd="14" destOrd="0" presId="urn:microsoft.com/office/officeart/2005/8/layout/list1"/>
    <dgm:cxn modelId="{7946BF3F-5ECD-460C-9EB6-75195F8065DD}" type="presParOf" srcId="{8F260B52-B793-4FB4-B6C5-7C8FB3DBD01A}" destId="{70E50197-9433-4A19-9579-911017C30C64}" srcOrd="15" destOrd="0" presId="urn:microsoft.com/office/officeart/2005/8/layout/list1"/>
    <dgm:cxn modelId="{CF7DD582-BE30-419B-95AF-BC034A83F782}" type="presParOf" srcId="{8F260B52-B793-4FB4-B6C5-7C8FB3DBD01A}" destId="{B027729C-98D1-467C-8C86-21671231490D}" srcOrd="16" destOrd="0" presId="urn:microsoft.com/office/officeart/2005/8/layout/list1"/>
    <dgm:cxn modelId="{4EC864C5-E7A8-4EFE-8BAA-88DA6A87DB7C}" type="presParOf" srcId="{B027729C-98D1-467C-8C86-21671231490D}" destId="{0F01B557-7BB7-4D13-99C2-3270200366DC}" srcOrd="0" destOrd="0" presId="urn:microsoft.com/office/officeart/2005/8/layout/list1"/>
    <dgm:cxn modelId="{7D9BAB16-0D28-492B-BD05-42D55599C47E}" type="presParOf" srcId="{B027729C-98D1-467C-8C86-21671231490D}" destId="{F31A8051-F7B9-4F1A-8D0B-01F75ECD263C}" srcOrd="1" destOrd="0" presId="urn:microsoft.com/office/officeart/2005/8/layout/list1"/>
    <dgm:cxn modelId="{B6408D3A-BB2A-4441-91D4-D6771214E37E}" type="presParOf" srcId="{8F260B52-B793-4FB4-B6C5-7C8FB3DBD01A}" destId="{EBE60A24-8EAC-4A03-B3E0-89EF03A2CE50}" srcOrd="17" destOrd="0" presId="urn:microsoft.com/office/officeart/2005/8/layout/list1"/>
    <dgm:cxn modelId="{1EAE263E-8721-402B-904A-3B148DC28410}" type="presParOf" srcId="{8F260B52-B793-4FB4-B6C5-7C8FB3DBD01A}" destId="{6F7832BF-B008-4FA9-A53A-4BB8878472EA}" srcOrd="18" destOrd="0" presId="urn:microsoft.com/office/officeart/2005/8/layout/list1"/>
    <dgm:cxn modelId="{13AF16AD-DA33-4866-BA82-D28AAE5EE6E2}" type="presParOf" srcId="{8F260B52-B793-4FB4-B6C5-7C8FB3DBD01A}" destId="{91202A00-6B25-44A8-BF64-67C395C09E4D}" srcOrd="19" destOrd="0" presId="urn:microsoft.com/office/officeart/2005/8/layout/list1"/>
    <dgm:cxn modelId="{9E490221-E9BA-4FAC-B0D3-374737D6F8B5}" type="presParOf" srcId="{8F260B52-B793-4FB4-B6C5-7C8FB3DBD01A}" destId="{274B1647-8075-4D8E-B133-28122BCA4A1F}" srcOrd="20" destOrd="0" presId="urn:microsoft.com/office/officeart/2005/8/layout/list1"/>
    <dgm:cxn modelId="{C8DD3E39-B498-48C6-9D25-3D6A40D8552A}" type="presParOf" srcId="{274B1647-8075-4D8E-B133-28122BCA4A1F}" destId="{DB5BD4C7-6C46-465B-B341-1F40EA1AB208}" srcOrd="0" destOrd="0" presId="urn:microsoft.com/office/officeart/2005/8/layout/list1"/>
    <dgm:cxn modelId="{DA88EDB5-1C25-452F-8054-53ED17FA0AB4}" type="presParOf" srcId="{274B1647-8075-4D8E-B133-28122BCA4A1F}" destId="{C7EFC84A-917A-4F1E-9420-BC3B031EFE03}" srcOrd="1" destOrd="0" presId="urn:microsoft.com/office/officeart/2005/8/layout/list1"/>
    <dgm:cxn modelId="{3A807BF7-EEFD-42A4-B68E-96DD2FB4CDA7}" type="presParOf" srcId="{8F260B52-B793-4FB4-B6C5-7C8FB3DBD01A}" destId="{CE1C568D-C62D-4CD9-B3CD-A291A9685DE9}" srcOrd="21" destOrd="0" presId="urn:microsoft.com/office/officeart/2005/8/layout/list1"/>
    <dgm:cxn modelId="{EBDB581E-177B-4D16-8DA0-20463B642F7E}" type="presParOf" srcId="{8F260B52-B793-4FB4-B6C5-7C8FB3DBD01A}" destId="{BFA5C274-EF8A-4789-9A6C-9EF843D74713}" srcOrd="22" destOrd="0" presId="urn:microsoft.com/office/officeart/2005/8/layout/list1"/>
    <dgm:cxn modelId="{1514F3F1-AC9A-4A0A-BE78-A68B36C801C7}" type="presParOf" srcId="{8F260B52-B793-4FB4-B6C5-7C8FB3DBD01A}" destId="{503E8515-D8C3-4FE0-9FDD-194722C18DAB}" srcOrd="23" destOrd="0" presId="urn:microsoft.com/office/officeart/2005/8/layout/list1"/>
    <dgm:cxn modelId="{4E670E78-378D-43A7-B313-4A36830CA517}" type="presParOf" srcId="{8F260B52-B793-4FB4-B6C5-7C8FB3DBD01A}" destId="{62540C7F-B37E-48B2-84F3-A443127354F0}" srcOrd="24" destOrd="0" presId="urn:microsoft.com/office/officeart/2005/8/layout/list1"/>
    <dgm:cxn modelId="{51C9B78B-4BAA-49B4-A452-B33AE4E53103}" type="presParOf" srcId="{62540C7F-B37E-48B2-84F3-A443127354F0}" destId="{A8653E50-736B-4AF0-8EDA-69155847943E}" srcOrd="0" destOrd="0" presId="urn:microsoft.com/office/officeart/2005/8/layout/list1"/>
    <dgm:cxn modelId="{6BBB908D-199F-4F8E-B8FF-192939A58D8A}" type="presParOf" srcId="{62540C7F-B37E-48B2-84F3-A443127354F0}" destId="{760FB9C8-C059-465D-9887-6AEB77A7C765}" srcOrd="1" destOrd="0" presId="urn:microsoft.com/office/officeart/2005/8/layout/list1"/>
    <dgm:cxn modelId="{6577A0D7-D91B-4F4D-826B-F02C5ACEC299}" type="presParOf" srcId="{8F260B52-B793-4FB4-B6C5-7C8FB3DBD01A}" destId="{60669E4E-8780-40D1-8474-3FE48C993BE8}" srcOrd="25" destOrd="0" presId="urn:microsoft.com/office/officeart/2005/8/layout/list1"/>
    <dgm:cxn modelId="{ACC0AD2C-9955-4125-8D7F-8BF3CC3F95ED}" type="presParOf" srcId="{8F260B52-B793-4FB4-B6C5-7C8FB3DBD01A}" destId="{72DA181A-781F-4E57-BDB8-E87DB1C97D13}"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E16DF9-ED7F-4449-B34D-8B49647392E6}">
      <dsp:nvSpPr>
        <dsp:cNvPr id="0" name=""/>
        <dsp:cNvSpPr/>
      </dsp:nvSpPr>
      <dsp:spPr>
        <a:xfrm rot="10800000">
          <a:off x="5529338" y="944209"/>
          <a:ext cx="1555068" cy="622027"/>
        </a:xfrm>
        <a:prstGeom prst="chevron">
          <a:avLst/>
        </a:prstGeom>
        <a:solidFill>
          <a:schemeClr val="accent2">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25400" rIns="508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IOT</a:t>
          </a:r>
        </a:p>
      </dsp:txBody>
      <dsp:txXfrm rot="10800000">
        <a:off x="5840351" y="944209"/>
        <a:ext cx="933041" cy="622027"/>
      </dsp:txXfrm>
    </dsp:sp>
    <dsp:sp modelId="{46C47C9E-9E79-4309-AF84-6607328D3131}">
      <dsp:nvSpPr>
        <dsp:cNvPr id="0" name=""/>
        <dsp:cNvSpPr/>
      </dsp:nvSpPr>
      <dsp:spPr>
        <a:xfrm rot="10800000">
          <a:off x="4426427" y="1005393"/>
          <a:ext cx="1290707" cy="516282"/>
        </a:xfrm>
        <a:prstGeom prst="chevron">
          <a:avLst/>
        </a:prstGeom>
        <a:solidFill>
          <a:schemeClr val="bg2">
            <a:lumMod val="75000"/>
            <a:alpha val="9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7620" rIns="15240" bIns="7620" numCol="1" spcCol="1270" anchor="ctr" anchorCtr="0">
          <a:noAutofit/>
        </a:bodyPr>
        <a:lstStyle/>
        <a:p>
          <a:pPr marL="0" lvl="0" indent="0" algn="ctr" defTabSz="533400">
            <a:lnSpc>
              <a:spcPct val="90000"/>
            </a:lnSpc>
            <a:spcBef>
              <a:spcPct val="0"/>
            </a:spcBef>
            <a:spcAft>
              <a:spcPct val="35000"/>
            </a:spcAft>
            <a:buNone/>
          </a:pPr>
          <a:r>
            <a:rPr lang="fa-IR" sz="1200" kern="1200" dirty="0"/>
            <a:t>نظارت</a:t>
          </a:r>
          <a:endParaRPr lang="en-US" sz="1200" kern="1200" dirty="0"/>
        </a:p>
      </dsp:txBody>
      <dsp:txXfrm rot="10800000">
        <a:off x="4684568" y="1005393"/>
        <a:ext cx="774425" cy="516282"/>
      </dsp:txXfrm>
    </dsp:sp>
    <dsp:sp modelId="{6A48D950-B2F4-41B7-B1E8-25B552B852E9}">
      <dsp:nvSpPr>
        <dsp:cNvPr id="0" name=""/>
        <dsp:cNvSpPr/>
      </dsp:nvSpPr>
      <dsp:spPr>
        <a:xfrm rot="10800000">
          <a:off x="3316894" y="1018311"/>
          <a:ext cx="1290707" cy="516282"/>
        </a:xfrm>
        <a:prstGeom prst="chevron">
          <a:avLst/>
        </a:prstGeom>
        <a:solidFill>
          <a:schemeClr val="accent6">
            <a:lumMod val="60000"/>
            <a:lumOff val="40000"/>
            <a:alpha val="9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7620" rIns="15240" bIns="7620" numCol="1" spcCol="1270" anchor="ctr" anchorCtr="0">
          <a:noAutofit/>
        </a:bodyPr>
        <a:lstStyle/>
        <a:p>
          <a:pPr marL="0" lvl="0" indent="0" algn="ctr" defTabSz="533400">
            <a:lnSpc>
              <a:spcPct val="90000"/>
            </a:lnSpc>
            <a:spcBef>
              <a:spcPct val="0"/>
            </a:spcBef>
            <a:spcAft>
              <a:spcPct val="35000"/>
            </a:spcAft>
            <a:buNone/>
          </a:pPr>
          <a:r>
            <a:rPr lang="fa-IR" sz="1200" kern="1200" dirty="0"/>
            <a:t>رد یابی</a:t>
          </a:r>
          <a:endParaRPr lang="en-US" sz="1200" kern="1200" dirty="0"/>
        </a:p>
      </dsp:txBody>
      <dsp:txXfrm rot="10800000">
        <a:off x="3575035" y="1018311"/>
        <a:ext cx="774425" cy="516282"/>
      </dsp:txXfrm>
    </dsp:sp>
    <dsp:sp modelId="{93CEDB40-6289-4375-9EB5-1C3E15FB0E5D}">
      <dsp:nvSpPr>
        <dsp:cNvPr id="0" name=""/>
        <dsp:cNvSpPr/>
      </dsp:nvSpPr>
      <dsp:spPr>
        <a:xfrm rot="10800000">
          <a:off x="2220773" y="997081"/>
          <a:ext cx="1290707" cy="516282"/>
        </a:xfrm>
        <a:prstGeom prst="chevron">
          <a:avLst/>
        </a:prstGeom>
        <a:solidFill>
          <a:srgbClr val="FFFF00">
            <a:alpha val="90000"/>
          </a:srgb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7620" rIns="15240" bIns="7620" numCol="1" spcCol="1270" anchor="ctr" anchorCtr="0">
          <a:noAutofit/>
        </a:bodyPr>
        <a:lstStyle/>
        <a:p>
          <a:pPr marL="0" lvl="0" indent="0" algn="ctr" defTabSz="533400">
            <a:lnSpc>
              <a:spcPct val="90000"/>
            </a:lnSpc>
            <a:spcBef>
              <a:spcPct val="0"/>
            </a:spcBef>
            <a:spcAft>
              <a:spcPct val="35000"/>
            </a:spcAft>
            <a:buNone/>
          </a:pPr>
          <a:r>
            <a:rPr lang="fa-IR" sz="1200" kern="1200" dirty="0"/>
            <a:t>بهینه سازی</a:t>
          </a:r>
          <a:endParaRPr lang="en-US" sz="1200" kern="1200" dirty="0"/>
        </a:p>
      </dsp:txBody>
      <dsp:txXfrm rot="10800000">
        <a:off x="2478914" y="997081"/>
        <a:ext cx="774425" cy="516282"/>
      </dsp:txXfrm>
    </dsp:sp>
    <dsp:sp modelId="{E3600566-CAB7-4C14-A523-A5593379100C}">
      <dsp:nvSpPr>
        <dsp:cNvPr id="0" name=""/>
        <dsp:cNvSpPr/>
      </dsp:nvSpPr>
      <dsp:spPr>
        <a:xfrm rot="10800000">
          <a:off x="1110765" y="997081"/>
          <a:ext cx="1290707" cy="516282"/>
        </a:xfrm>
        <a:prstGeom prst="chevron">
          <a:avLst/>
        </a:prstGeom>
        <a:solidFill>
          <a:schemeClr val="bg2">
            <a:alpha val="9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7620" rIns="15240" bIns="7620" numCol="1" spcCol="1270" anchor="ctr" anchorCtr="0">
          <a:noAutofit/>
        </a:bodyPr>
        <a:lstStyle/>
        <a:p>
          <a:pPr marL="0" lvl="0" indent="0" algn="ctr" defTabSz="533400">
            <a:lnSpc>
              <a:spcPct val="90000"/>
            </a:lnSpc>
            <a:spcBef>
              <a:spcPct val="0"/>
            </a:spcBef>
            <a:spcAft>
              <a:spcPct val="35000"/>
            </a:spcAft>
            <a:buNone/>
          </a:pPr>
          <a:r>
            <a:rPr lang="fa-IR" sz="1200" kern="1200" dirty="0"/>
            <a:t>تکامل طراحی</a:t>
          </a:r>
          <a:endParaRPr lang="en-US" sz="1200" kern="1200" dirty="0"/>
        </a:p>
      </dsp:txBody>
      <dsp:txXfrm rot="10800000">
        <a:off x="1368906" y="997081"/>
        <a:ext cx="774425" cy="516282"/>
      </dsp:txXfrm>
    </dsp:sp>
    <dsp:sp modelId="{E3D3162F-2143-427F-8EE1-AAAACB45AD24}">
      <dsp:nvSpPr>
        <dsp:cNvPr id="0" name=""/>
        <dsp:cNvSpPr/>
      </dsp:nvSpPr>
      <dsp:spPr>
        <a:xfrm rot="10800000">
          <a:off x="756" y="997081"/>
          <a:ext cx="1290707" cy="516282"/>
        </a:xfrm>
        <a:prstGeom prst="chevron">
          <a:avLst/>
        </a:prstGeom>
        <a:solidFill>
          <a:schemeClr val="accent2">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7620" rIns="15240" bIns="7620" numCol="1" spcCol="1270" anchor="ctr" anchorCtr="0">
          <a:noAutofit/>
        </a:bodyPr>
        <a:lstStyle/>
        <a:p>
          <a:pPr marL="0" lvl="0" indent="0" algn="ctr" defTabSz="533400">
            <a:lnSpc>
              <a:spcPct val="90000"/>
            </a:lnSpc>
            <a:spcBef>
              <a:spcPct val="0"/>
            </a:spcBef>
            <a:spcAft>
              <a:spcPct val="35000"/>
            </a:spcAft>
            <a:buNone/>
          </a:pPr>
          <a:r>
            <a:rPr lang="fa-IR" sz="1200" kern="1200" dirty="0"/>
            <a:t>بهبود عملکرد </a:t>
          </a:r>
          <a:r>
            <a:rPr lang="en-US" sz="1200" kern="1200" dirty="0"/>
            <a:t>CBM</a:t>
          </a:r>
        </a:p>
      </dsp:txBody>
      <dsp:txXfrm rot="10800000">
        <a:off x="258897" y="997081"/>
        <a:ext cx="774425" cy="5162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138B5D-64AA-4B96-870A-7DC0A8D0D9BD}">
      <dsp:nvSpPr>
        <dsp:cNvPr id="0" name=""/>
        <dsp:cNvSpPr/>
      </dsp:nvSpPr>
      <dsp:spPr>
        <a:xfrm>
          <a:off x="0" y="589656"/>
          <a:ext cx="6018415" cy="786208"/>
        </a:xfrm>
        <a:prstGeom prst="notchedRightArrow">
          <a:avLst/>
        </a:prstGeom>
        <a:solidFill>
          <a:schemeClr val="accent6">
            <a:lumMod val="75000"/>
          </a:schemeClr>
        </a:solidFill>
        <a:ln>
          <a:noFill/>
        </a:ln>
        <a:effectLst/>
      </dsp:spPr>
      <dsp:style>
        <a:lnRef idx="0">
          <a:scrgbClr r="0" g="0" b="0"/>
        </a:lnRef>
        <a:fillRef idx="1">
          <a:scrgbClr r="0" g="0" b="0"/>
        </a:fillRef>
        <a:effectRef idx="0">
          <a:scrgbClr r="0" g="0" b="0"/>
        </a:effectRef>
        <a:fontRef idx="minor"/>
      </dsp:style>
    </dsp:sp>
    <dsp:sp modelId="{88BA2C7C-1735-4B10-817E-6DB9BF229D69}">
      <dsp:nvSpPr>
        <dsp:cNvPr id="0" name=""/>
        <dsp:cNvSpPr/>
      </dsp:nvSpPr>
      <dsp:spPr>
        <a:xfrm>
          <a:off x="2710" y="0"/>
          <a:ext cx="1303891" cy="786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fa-IR" sz="1400" kern="1200" dirty="0"/>
            <a:t>مصرف انرژی سخت افزار ونرم افزار</a:t>
          </a:r>
          <a:endParaRPr lang="en-US" sz="1400" kern="1200" dirty="0"/>
        </a:p>
      </dsp:txBody>
      <dsp:txXfrm>
        <a:off x="2710" y="0"/>
        <a:ext cx="1303891" cy="786208"/>
      </dsp:txXfrm>
    </dsp:sp>
    <dsp:sp modelId="{CD7CF4E7-4CF3-48D2-AD12-849003C58879}">
      <dsp:nvSpPr>
        <dsp:cNvPr id="0" name=""/>
        <dsp:cNvSpPr/>
      </dsp:nvSpPr>
      <dsp:spPr>
        <a:xfrm>
          <a:off x="556380" y="884484"/>
          <a:ext cx="196552" cy="196552"/>
        </a:xfrm>
        <a:prstGeom prst="ellipse">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A0F983-5442-4828-B3A0-34E3FDF3D0F9}">
      <dsp:nvSpPr>
        <dsp:cNvPr id="0" name=""/>
        <dsp:cNvSpPr/>
      </dsp:nvSpPr>
      <dsp:spPr>
        <a:xfrm>
          <a:off x="1371797" y="1179312"/>
          <a:ext cx="1303891" cy="786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rtl="1">
            <a:lnSpc>
              <a:spcPct val="90000"/>
            </a:lnSpc>
            <a:spcBef>
              <a:spcPct val="0"/>
            </a:spcBef>
            <a:spcAft>
              <a:spcPct val="35000"/>
            </a:spcAft>
            <a:buNone/>
          </a:pPr>
          <a:r>
            <a:rPr lang="fa-IR" sz="1400" b="0" kern="1200" dirty="0"/>
            <a:t>پروتکل مصرف انرژی </a:t>
          </a:r>
          <a:r>
            <a:rPr lang="en-US" sz="1400" b="0" kern="1200" dirty="0"/>
            <a:t>IOT</a:t>
          </a:r>
        </a:p>
      </dsp:txBody>
      <dsp:txXfrm>
        <a:off x="1371797" y="1179312"/>
        <a:ext cx="1303891" cy="786208"/>
      </dsp:txXfrm>
    </dsp:sp>
    <dsp:sp modelId="{56BC1903-739B-417D-83C3-233D562B5EAA}">
      <dsp:nvSpPr>
        <dsp:cNvPr id="0" name=""/>
        <dsp:cNvSpPr/>
      </dsp:nvSpPr>
      <dsp:spPr>
        <a:xfrm>
          <a:off x="1925467" y="884484"/>
          <a:ext cx="196552" cy="196552"/>
        </a:xfrm>
        <a:prstGeom prst="ellipse">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87E00D-C9C3-4B1F-9E38-7A10A64738E2}">
      <dsp:nvSpPr>
        <dsp:cNvPr id="0" name=""/>
        <dsp:cNvSpPr/>
      </dsp:nvSpPr>
      <dsp:spPr>
        <a:xfrm>
          <a:off x="2740884" y="0"/>
          <a:ext cx="1303891" cy="786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fa-IR" sz="1400" kern="1200" dirty="0"/>
            <a:t>امنیت</a:t>
          </a:r>
          <a:endParaRPr lang="en-US" sz="1400" kern="1200" dirty="0"/>
        </a:p>
      </dsp:txBody>
      <dsp:txXfrm>
        <a:off x="2740884" y="0"/>
        <a:ext cx="1303891" cy="786208"/>
      </dsp:txXfrm>
    </dsp:sp>
    <dsp:sp modelId="{AE25D7F7-77DA-472B-A2F1-7BF6B8F2C5EE}">
      <dsp:nvSpPr>
        <dsp:cNvPr id="0" name=""/>
        <dsp:cNvSpPr/>
      </dsp:nvSpPr>
      <dsp:spPr>
        <a:xfrm>
          <a:off x="3294553" y="884484"/>
          <a:ext cx="196552" cy="196552"/>
        </a:xfrm>
        <a:prstGeom prst="ellipse">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FF9DCA-3D34-47E4-A603-7AB3D5AB2D53}">
      <dsp:nvSpPr>
        <dsp:cNvPr id="0" name=""/>
        <dsp:cNvSpPr/>
      </dsp:nvSpPr>
      <dsp:spPr>
        <a:xfrm>
          <a:off x="4109970" y="1179312"/>
          <a:ext cx="1303891" cy="7862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fa-IR" sz="1400" kern="1200" dirty="0"/>
            <a:t>سرمایه گذاری مالی</a:t>
          </a:r>
          <a:endParaRPr lang="en-US" sz="1400" kern="1200" dirty="0"/>
        </a:p>
      </dsp:txBody>
      <dsp:txXfrm>
        <a:off x="4109970" y="1179312"/>
        <a:ext cx="1303891" cy="786208"/>
      </dsp:txXfrm>
    </dsp:sp>
    <dsp:sp modelId="{39153B03-3C93-48D1-9732-2C5E83BAECCD}">
      <dsp:nvSpPr>
        <dsp:cNvPr id="0" name=""/>
        <dsp:cNvSpPr/>
      </dsp:nvSpPr>
      <dsp:spPr>
        <a:xfrm>
          <a:off x="4663640" y="884484"/>
          <a:ext cx="196552" cy="196552"/>
        </a:xfrm>
        <a:prstGeom prst="ellipse">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E4670-4AB0-4969-95A5-007A10F530BB}">
      <dsp:nvSpPr>
        <dsp:cNvPr id="0" name=""/>
        <dsp:cNvSpPr/>
      </dsp:nvSpPr>
      <dsp:spPr>
        <a:xfrm>
          <a:off x="3300455" y="1700212"/>
          <a:ext cx="2078037" cy="2078037"/>
        </a:xfrm>
        <a:prstGeom prst="gear9">
          <a:avLst/>
        </a:prstGeom>
        <a:solidFill>
          <a:schemeClr val="accent1">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a-IR" sz="1700" kern="1200" dirty="0"/>
            <a:t>انسان</a:t>
          </a:r>
          <a:endParaRPr lang="en-US" sz="1700" kern="1200" dirty="0"/>
        </a:p>
      </dsp:txBody>
      <dsp:txXfrm>
        <a:off x="3718233" y="2186982"/>
        <a:ext cx="1242481" cy="1068154"/>
      </dsp:txXfrm>
    </dsp:sp>
    <dsp:sp modelId="{7C104A6B-39FA-433D-A1DF-EC77EB365D59}">
      <dsp:nvSpPr>
        <dsp:cNvPr id="0" name=""/>
        <dsp:cNvSpPr/>
      </dsp:nvSpPr>
      <dsp:spPr>
        <a:xfrm>
          <a:off x="2091415" y="1209040"/>
          <a:ext cx="1511300" cy="1511300"/>
        </a:xfrm>
        <a:prstGeom prst="gear6">
          <a:avLst/>
        </a:prstGeom>
        <a:solidFill>
          <a:schemeClr val="accent6">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a-IR" sz="1700" kern="1200" dirty="0"/>
            <a:t>کامپیوتر</a:t>
          </a:r>
          <a:endParaRPr lang="en-US" sz="1700" kern="1200" dirty="0"/>
        </a:p>
      </dsp:txBody>
      <dsp:txXfrm>
        <a:off x="2471889" y="1591814"/>
        <a:ext cx="750352" cy="745752"/>
      </dsp:txXfrm>
    </dsp:sp>
    <dsp:sp modelId="{07938864-030F-4FF3-AAF7-C64EF9C496D4}">
      <dsp:nvSpPr>
        <dsp:cNvPr id="0" name=""/>
        <dsp:cNvSpPr/>
      </dsp:nvSpPr>
      <dsp:spPr>
        <a:xfrm rot="20700000">
          <a:off x="2937897" y="166397"/>
          <a:ext cx="1480765" cy="1480765"/>
        </a:xfrm>
        <a:prstGeom prst="gear6">
          <a:avLst/>
        </a:prstGeom>
        <a:solidFill>
          <a:schemeClr val="bg2">
            <a:lumMod val="75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a-IR" sz="1700" kern="1200" dirty="0"/>
            <a:t>اشیا</a:t>
          </a:r>
          <a:endParaRPr lang="en-US" sz="1700" kern="1200" dirty="0"/>
        </a:p>
      </dsp:txBody>
      <dsp:txXfrm rot="-20700000">
        <a:off x="3262672" y="491172"/>
        <a:ext cx="831215" cy="831215"/>
      </dsp:txXfrm>
    </dsp:sp>
    <dsp:sp modelId="{C8F60B79-0B64-4459-841F-3E428F2D7673}">
      <dsp:nvSpPr>
        <dsp:cNvPr id="0" name=""/>
        <dsp:cNvSpPr/>
      </dsp:nvSpPr>
      <dsp:spPr>
        <a:xfrm>
          <a:off x="3136156" y="1389197"/>
          <a:ext cx="2659888" cy="2659888"/>
        </a:xfrm>
        <a:prstGeom prst="circularArrow">
          <a:avLst>
            <a:gd name="adj1" fmla="val 4688"/>
            <a:gd name="adj2" fmla="val 299029"/>
            <a:gd name="adj3" fmla="val 2505492"/>
            <a:gd name="adj4" fmla="val 15884465"/>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F1A31A-92FD-4657-926C-13200D7A2F8C}">
      <dsp:nvSpPr>
        <dsp:cNvPr id="0" name=""/>
        <dsp:cNvSpPr/>
      </dsp:nvSpPr>
      <dsp:spPr>
        <a:xfrm>
          <a:off x="1823767" y="876431"/>
          <a:ext cx="1932574" cy="1932574"/>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FB7C793-1FC5-45FC-8E12-161DEDFA7034}">
      <dsp:nvSpPr>
        <dsp:cNvPr id="0" name=""/>
        <dsp:cNvSpPr/>
      </dsp:nvSpPr>
      <dsp:spPr>
        <a:xfrm>
          <a:off x="2595381" y="-156160"/>
          <a:ext cx="2083704" cy="2083704"/>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12C30-BCBB-4A56-B133-E83DBD71B0B4}">
      <dsp:nvSpPr>
        <dsp:cNvPr id="0" name=""/>
        <dsp:cNvSpPr/>
      </dsp:nvSpPr>
      <dsp:spPr>
        <a:xfrm>
          <a:off x="748655" y="-9801"/>
          <a:ext cx="2151641" cy="2151641"/>
        </a:xfrm>
        <a:prstGeom prst="circularArrow">
          <a:avLst>
            <a:gd name="adj1" fmla="val 5544"/>
            <a:gd name="adj2" fmla="val 330680"/>
            <a:gd name="adj3" fmla="val 13931888"/>
            <a:gd name="adj4" fmla="val 17291759"/>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277AEF-BB8B-48AC-901E-C7CC861DAA5F}">
      <dsp:nvSpPr>
        <dsp:cNvPr id="0" name=""/>
        <dsp:cNvSpPr/>
      </dsp:nvSpPr>
      <dsp:spPr>
        <a:xfrm>
          <a:off x="1354994" y="511"/>
          <a:ext cx="938963" cy="469481"/>
        </a:xfrm>
        <a:prstGeom prst="roundRect">
          <a:avLst/>
        </a:prstGeom>
        <a:solidFill>
          <a:srgbClr val="00B0F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بهینه سازی</a:t>
          </a:r>
          <a:endParaRPr lang="en-US" sz="1000" kern="1200" dirty="0"/>
        </a:p>
      </dsp:txBody>
      <dsp:txXfrm>
        <a:off x="1377912" y="23429"/>
        <a:ext cx="893127" cy="423645"/>
      </dsp:txXfrm>
    </dsp:sp>
    <dsp:sp modelId="{9880D099-6282-40DC-9C5B-9ADEDD82C6C5}">
      <dsp:nvSpPr>
        <dsp:cNvPr id="0" name=""/>
        <dsp:cNvSpPr/>
      </dsp:nvSpPr>
      <dsp:spPr>
        <a:xfrm>
          <a:off x="2227631" y="634519"/>
          <a:ext cx="938963" cy="469481"/>
        </a:xfrm>
        <a:prstGeom prst="roundRect">
          <a:avLst/>
        </a:prstGeom>
        <a:solidFill>
          <a:srgbClr val="FFC00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زمان واقعی موجودی</a:t>
          </a:r>
          <a:endParaRPr lang="en-US" sz="1000" kern="1200" dirty="0"/>
        </a:p>
      </dsp:txBody>
      <dsp:txXfrm>
        <a:off x="2250549" y="657437"/>
        <a:ext cx="893127" cy="423645"/>
      </dsp:txXfrm>
    </dsp:sp>
    <dsp:sp modelId="{B711CF89-4C8B-466C-B4EF-F929A05AEA8C}">
      <dsp:nvSpPr>
        <dsp:cNvPr id="0" name=""/>
        <dsp:cNvSpPr/>
      </dsp:nvSpPr>
      <dsp:spPr>
        <a:xfrm>
          <a:off x="1894313" y="1660365"/>
          <a:ext cx="938963" cy="469481"/>
        </a:xfrm>
        <a:prstGeom prst="roundRect">
          <a:avLst/>
        </a:prstGeom>
        <a:solidFill>
          <a:srgbClr val="92D05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حداقل رساندن ضایعات</a:t>
          </a:r>
          <a:endParaRPr lang="en-US" sz="1000" kern="1200" dirty="0"/>
        </a:p>
      </dsp:txBody>
      <dsp:txXfrm>
        <a:off x="1917231" y="1683283"/>
        <a:ext cx="893127" cy="423645"/>
      </dsp:txXfrm>
    </dsp:sp>
    <dsp:sp modelId="{F086FA1C-B1A9-44C7-808C-6421942E64C7}">
      <dsp:nvSpPr>
        <dsp:cNvPr id="0" name=""/>
        <dsp:cNvSpPr/>
      </dsp:nvSpPr>
      <dsp:spPr>
        <a:xfrm>
          <a:off x="815675" y="1660365"/>
          <a:ext cx="938963" cy="469481"/>
        </a:xfrm>
        <a:prstGeom prst="roundRect">
          <a:avLst/>
        </a:prstGeom>
        <a:solidFill>
          <a:schemeClr val="accent6">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تشخیص طول عمر</a:t>
          </a:r>
          <a:endParaRPr lang="en-US" sz="1000" kern="1200" dirty="0"/>
        </a:p>
      </dsp:txBody>
      <dsp:txXfrm>
        <a:off x="838593" y="1683283"/>
        <a:ext cx="893127" cy="423645"/>
      </dsp:txXfrm>
    </dsp:sp>
    <dsp:sp modelId="{3CE35292-10A2-4694-A607-31738EE4013E}">
      <dsp:nvSpPr>
        <dsp:cNvPr id="0" name=""/>
        <dsp:cNvSpPr/>
      </dsp:nvSpPr>
      <dsp:spPr>
        <a:xfrm>
          <a:off x="482357" y="634519"/>
          <a:ext cx="938963" cy="469481"/>
        </a:xfrm>
        <a:prstGeom prst="roundRect">
          <a:avLst/>
        </a:prstGeom>
        <a:solidFill>
          <a:schemeClr val="accent3">
            <a:lumMod val="60000"/>
            <a:lum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a-IR" sz="1000" kern="1200" dirty="0"/>
            <a:t>بازیافت</a:t>
          </a:r>
          <a:endParaRPr lang="en-US" sz="1000" kern="1200" dirty="0"/>
        </a:p>
      </dsp:txBody>
      <dsp:txXfrm>
        <a:off x="505275" y="657437"/>
        <a:ext cx="893127" cy="4236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13776-9ACA-4E51-96A8-E8841298E8B9}">
      <dsp:nvSpPr>
        <dsp:cNvPr id="0" name=""/>
        <dsp:cNvSpPr/>
      </dsp:nvSpPr>
      <dsp:spPr>
        <a:xfrm>
          <a:off x="2540" y="684502"/>
          <a:ext cx="2476500" cy="7488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a:t>Tracking</a:t>
          </a:r>
          <a:endParaRPr lang="en-US" sz="2600" kern="1200" dirty="0"/>
        </a:p>
      </dsp:txBody>
      <dsp:txXfrm>
        <a:off x="2540" y="684502"/>
        <a:ext cx="2476500" cy="748800"/>
      </dsp:txXfrm>
    </dsp:sp>
    <dsp:sp modelId="{169B0998-AF00-4D14-98F2-77CE02A7DBC6}">
      <dsp:nvSpPr>
        <dsp:cNvPr id="0" name=""/>
        <dsp:cNvSpPr/>
      </dsp:nvSpPr>
      <dsp:spPr>
        <a:xfrm>
          <a:off x="2540" y="1433302"/>
          <a:ext cx="2476500" cy="3300862"/>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FontTx/>
            <a:buNone/>
          </a:pPr>
          <a:r>
            <a:rPr lang="fa-IR" sz="1800" kern="1200" dirty="0"/>
            <a:t>یک پروژه تحقیقاتی به نام </a:t>
          </a:r>
          <a:r>
            <a:rPr lang="en-US" sz="1800" kern="1200" dirty="0"/>
            <a:t>POIROT</a:t>
          </a:r>
          <a:r>
            <a:rPr lang="fa-IR" sz="1800" kern="1200" dirty="0"/>
            <a:t> که از فناوری های </a:t>
          </a:r>
          <a:r>
            <a:rPr lang="en-US" sz="1800" kern="1200" dirty="0"/>
            <a:t>IoT</a:t>
          </a:r>
          <a:r>
            <a:rPr lang="fa-IR" sz="1800" kern="1200" dirty="0"/>
            <a:t> بهره برداری می کند،</a:t>
          </a:r>
          <a:endParaRPr lang="en-US" sz="1800" kern="1200" dirty="0"/>
        </a:p>
        <a:p>
          <a:pPr marL="171450" lvl="1" indent="-171450" algn="r" defTabSz="800100" rtl="1">
            <a:lnSpc>
              <a:spcPct val="90000"/>
            </a:lnSpc>
            <a:spcBef>
              <a:spcPct val="0"/>
            </a:spcBef>
            <a:spcAft>
              <a:spcPct val="15000"/>
            </a:spcAft>
            <a:buFontTx/>
            <a:buNone/>
          </a:pPr>
          <a:r>
            <a:rPr lang="fa-IR" sz="1800" kern="1200" dirty="0"/>
            <a:t>با هدف ایجاد بستری برای ردیابی پسماندهای آلی</a:t>
          </a:r>
          <a:endParaRPr lang="en-US" sz="1800" kern="1200" dirty="0"/>
        </a:p>
        <a:p>
          <a:pPr marL="171450" lvl="1" indent="-171450" algn="r" defTabSz="800100" rtl="1">
            <a:lnSpc>
              <a:spcPct val="90000"/>
            </a:lnSpc>
            <a:spcBef>
              <a:spcPct val="0"/>
            </a:spcBef>
            <a:spcAft>
              <a:spcPct val="15000"/>
            </a:spcAft>
            <a:buFontTx/>
            <a:buNone/>
          </a:pPr>
          <a:r>
            <a:rPr lang="fa-IR" sz="1800" kern="1200" dirty="0"/>
            <a:t>و آن را به مواد بی اثر، بی بو و ضد عفونی شده تبدیل می کند</a:t>
          </a:r>
          <a:endParaRPr lang="en-US" sz="1800" kern="1200" dirty="0"/>
        </a:p>
      </dsp:txBody>
      <dsp:txXfrm>
        <a:off x="2540" y="1433302"/>
        <a:ext cx="2476500" cy="3300862"/>
      </dsp:txXfrm>
    </dsp:sp>
    <dsp:sp modelId="{BE5248B2-B045-417B-BBDC-1C5CF2626C4C}">
      <dsp:nvSpPr>
        <dsp:cNvPr id="0" name=""/>
        <dsp:cNvSpPr/>
      </dsp:nvSpPr>
      <dsp:spPr>
        <a:xfrm>
          <a:off x="2825750" y="684502"/>
          <a:ext cx="2476500" cy="7488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Optimization</a:t>
          </a:r>
        </a:p>
      </dsp:txBody>
      <dsp:txXfrm>
        <a:off x="2825750" y="684502"/>
        <a:ext cx="2476500" cy="748800"/>
      </dsp:txXfrm>
    </dsp:sp>
    <dsp:sp modelId="{34ED5977-67E1-482A-BD80-9A8A2E324F40}">
      <dsp:nvSpPr>
        <dsp:cNvPr id="0" name=""/>
        <dsp:cNvSpPr/>
      </dsp:nvSpPr>
      <dsp:spPr>
        <a:xfrm>
          <a:off x="2825750" y="1433302"/>
          <a:ext cx="2476500" cy="3300862"/>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r" defTabSz="755650" rtl="1">
            <a:lnSpc>
              <a:spcPct val="90000"/>
            </a:lnSpc>
            <a:spcBef>
              <a:spcPct val="0"/>
            </a:spcBef>
            <a:spcAft>
              <a:spcPct val="15000"/>
            </a:spcAft>
            <a:buFontTx/>
            <a:buNone/>
          </a:pPr>
          <a:r>
            <a:rPr lang="fa-IR" sz="1700" kern="1200" dirty="0">
              <a:solidFill>
                <a:prstClr val="black">
                  <a:hueOff val="0"/>
                  <a:satOff val="0"/>
                  <a:lumOff val="0"/>
                  <a:alphaOff val="0"/>
                </a:prstClr>
              </a:solidFill>
              <a:latin typeface="Century Gothic" panose="020B0502020202020204"/>
              <a:ea typeface="+mn-ea"/>
              <a:cs typeface="Tahoma" panose="020B0604030504040204" pitchFamily="34" charset="0"/>
            </a:rPr>
            <a:t>سیستمی که ترکیبی از سیستم های حمل و نقل هوشمند (</a:t>
          </a:r>
          <a:r>
            <a:rPr lang="en-US" sz="1700" kern="1200" dirty="0">
              <a:solidFill>
                <a:prstClr val="black">
                  <a:hueOff val="0"/>
                  <a:satOff val="0"/>
                  <a:lumOff val="0"/>
                  <a:alphaOff val="0"/>
                </a:prstClr>
              </a:solidFill>
              <a:latin typeface="Century Gothic" panose="020B0502020202020204"/>
              <a:ea typeface="+mn-ea"/>
              <a:cs typeface="Tahoma" panose="020B0604030504040204" pitchFamily="34" charset="0"/>
            </a:rPr>
            <a:t>RFID</a:t>
          </a:r>
          <a:r>
            <a:rPr lang="fa-IR" sz="1700" kern="1200" dirty="0">
              <a:solidFill>
                <a:prstClr val="black">
                  <a:hueOff val="0"/>
                  <a:satOff val="0"/>
                  <a:lumOff val="0"/>
                  <a:alphaOff val="0"/>
                </a:prstClr>
              </a:solidFill>
              <a:latin typeface="Century Gothic" panose="020B0502020202020204"/>
              <a:ea typeface="+mn-ea"/>
              <a:cs typeface="Tahoma" panose="020B0604030504040204" pitchFamily="34" charset="0"/>
            </a:rPr>
            <a:t> ها،حسگرها، دوربین‌ها، محرک‌ها وسیستم‌های نظارتی) و یک سیستم تصمیم گیری پیشرفته (شامل اشتراک گذاری داده ها بین رانندگان کامیون در زمان واقعی برای انجام بهینه سازی مسیر پویا)برای جمع آوری کارآمد زباله</a:t>
          </a:r>
          <a:endParaRPr lang="en-US" sz="1700" kern="1200" dirty="0">
            <a:solidFill>
              <a:prstClr val="black">
                <a:hueOff val="0"/>
                <a:satOff val="0"/>
                <a:lumOff val="0"/>
                <a:alphaOff val="0"/>
              </a:prstClr>
            </a:solidFill>
            <a:latin typeface="Century Gothic" panose="020B0502020202020204"/>
            <a:ea typeface="+mn-ea"/>
            <a:cs typeface="Tahoma" panose="020B0604030504040204" pitchFamily="34" charset="0"/>
          </a:endParaRPr>
        </a:p>
      </dsp:txBody>
      <dsp:txXfrm>
        <a:off x="2825750" y="1433302"/>
        <a:ext cx="2476500" cy="3300862"/>
      </dsp:txXfrm>
    </dsp:sp>
    <dsp:sp modelId="{8E94A14C-8732-4473-B47F-883A3B85923A}">
      <dsp:nvSpPr>
        <dsp:cNvPr id="0" name=""/>
        <dsp:cNvSpPr/>
      </dsp:nvSpPr>
      <dsp:spPr>
        <a:xfrm>
          <a:off x="5648960" y="684502"/>
          <a:ext cx="2476500" cy="7488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a:t>Monitoring</a:t>
          </a:r>
        </a:p>
      </dsp:txBody>
      <dsp:txXfrm>
        <a:off x="5648960" y="684502"/>
        <a:ext cx="2476500" cy="748800"/>
      </dsp:txXfrm>
    </dsp:sp>
    <dsp:sp modelId="{5B648BBA-84D1-430E-8F91-50557CA48E64}">
      <dsp:nvSpPr>
        <dsp:cNvPr id="0" name=""/>
        <dsp:cNvSpPr/>
      </dsp:nvSpPr>
      <dsp:spPr>
        <a:xfrm>
          <a:off x="5651499" y="1433302"/>
          <a:ext cx="2476500" cy="3300862"/>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r" defTabSz="800100" rtl="1">
            <a:lnSpc>
              <a:spcPct val="90000"/>
            </a:lnSpc>
            <a:spcBef>
              <a:spcPct val="0"/>
            </a:spcBef>
            <a:spcAft>
              <a:spcPct val="15000"/>
            </a:spcAft>
            <a:buFontTx/>
            <a:buNone/>
          </a:pPr>
          <a:r>
            <a:rPr lang="fa-IR" sz="1800" kern="1200" dirty="0"/>
            <a:t>یک سیستم پشتیبانی تصمیم گیری مجهز به اینترنت اشیا برای مدل </a:t>
          </a:r>
          <a:r>
            <a:rPr lang="en-US" sz="1800" kern="1200" dirty="0"/>
            <a:t>CE</a:t>
          </a:r>
          <a:r>
            <a:rPr lang="fa-IR" sz="1800" kern="1200" dirty="0"/>
            <a:t> که عدم قطعیت ارزش باقیمانده یک محصول را بر اساس چرخه عمر ازسنسورهای </a:t>
          </a:r>
          <a:r>
            <a:rPr lang="en-US" sz="1800" kern="1200" dirty="0"/>
            <a:t>IoT</a:t>
          </a:r>
          <a:r>
            <a:rPr lang="fa-IR" sz="1800" kern="1200" dirty="0"/>
            <a:t> نظارت می شود</a:t>
          </a:r>
          <a:endParaRPr lang="en-US" sz="1800" kern="1200" dirty="0"/>
        </a:p>
      </dsp:txBody>
      <dsp:txXfrm>
        <a:off x="5651499" y="1433302"/>
        <a:ext cx="2476500" cy="33008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0BC724-CC0F-45E7-8C88-4E8412AB37F9}">
      <dsp:nvSpPr>
        <dsp:cNvPr id="0" name=""/>
        <dsp:cNvSpPr/>
      </dsp:nvSpPr>
      <dsp:spPr>
        <a:xfrm>
          <a:off x="952" y="419736"/>
          <a:ext cx="2393156" cy="923758"/>
        </a:xfrm>
        <a:prstGeom prst="chevron">
          <a:avLst>
            <a:gd name="adj" fmla="val 4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F35B3C-449C-4BA8-B9FA-BB938297B80F}">
      <dsp:nvSpPr>
        <dsp:cNvPr id="0" name=""/>
        <dsp:cNvSpPr/>
      </dsp:nvSpPr>
      <dsp:spPr>
        <a:xfrm>
          <a:off x="639127" y="650675"/>
          <a:ext cx="2020887" cy="923758"/>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a-IR" sz="2000" kern="1200" dirty="0"/>
            <a:t>نظارت بر الزامات نگهداری</a:t>
          </a:r>
          <a:endParaRPr lang="en-US" sz="2000" kern="1200" dirty="0"/>
        </a:p>
      </dsp:txBody>
      <dsp:txXfrm>
        <a:off x="666183" y="677731"/>
        <a:ext cx="1966775" cy="869646"/>
      </dsp:txXfrm>
    </dsp:sp>
    <dsp:sp modelId="{EBEE8CD4-0DAE-4C62-B145-DED9A7F17329}">
      <dsp:nvSpPr>
        <dsp:cNvPr id="0" name=""/>
        <dsp:cNvSpPr/>
      </dsp:nvSpPr>
      <dsp:spPr>
        <a:xfrm>
          <a:off x="2734468" y="419736"/>
          <a:ext cx="2393156" cy="923758"/>
        </a:xfrm>
        <a:prstGeom prst="chevron">
          <a:avLst>
            <a:gd name="adj" fmla="val 4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89D23F-B0D4-4135-9FFE-CB08F63985F6}">
      <dsp:nvSpPr>
        <dsp:cNvPr id="0" name=""/>
        <dsp:cNvSpPr/>
      </dsp:nvSpPr>
      <dsp:spPr>
        <a:xfrm>
          <a:off x="3372643" y="650675"/>
          <a:ext cx="2020887" cy="923758"/>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a-IR" sz="2000" kern="1200" dirty="0"/>
            <a:t>افزایش طول عمر محصول</a:t>
          </a:r>
          <a:endParaRPr lang="en-US" sz="2000" kern="1200" dirty="0"/>
        </a:p>
      </dsp:txBody>
      <dsp:txXfrm>
        <a:off x="3399699" y="677731"/>
        <a:ext cx="1966775" cy="869646"/>
      </dsp:txXfrm>
    </dsp:sp>
    <dsp:sp modelId="{5A389F2D-ABBB-4F6D-B116-3D3C34116F49}">
      <dsp:nvSpPr>
        <dsp:cNvPr id="0" name=""/>
        <dsp:cNvSpPr/>
      </dsp:nvSpPr>
      <dsp:spPr>
        <a:xfrm>
          <a:off x="5467985" y="419736"/>
          <a:ext cx="2393156" cy="923758"/>
        </a:xfrm>
        <a:prstGeom prst="chevron">
          <a:avLst>
            <a:gd name="adj" fmla="val 4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09E173-E23C-43D6-B115-0F882B8D762B}">
      <dsp:nvSpPr>
        <dsp:cNvPr id="0" name=""/>
        <dsp:cNvSpPr/>
      </dsp:nvSpPr>
      <dsp:spPr>
        <a:xfrm>
          <a:off x="6106160" y="650675"/>
          <a:ext cx="2020887" cy="923758"/>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fa-IR" sz="2000" kern="1200" dirty="0"/>
            <a:t>رضایت مشتری</a:t>
          </a:r>
          <a:endParaRPr lang="en-US" sz="2000" kern="1200" dirty="0"/>
        </a:p>
      </dsp:txBody>
      <dsp:txXfrm>
        <a:off x="6133216" y="677731"/>
        <a:ext cx="1966775" cy="8696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14E1B7-5F67-44BA-9164-F2C60C084581}">
      <dsp:nvSpPr>
        <dsp:cNvPr id="0" name=""/>
        <dsp:cNvSpPr/>
      </dsp:nvSpPr>
      <dsp:spPr>
        <a:xfrm>
          <a:off x="4075756" y="532559"/>
          <a:ext cx="1411017" cy="1410997"/>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CB99E5-8418-4C6E-A4FD-595245EF36E7}">
      <dsp:nvSpPr>
        <dsp:cNvPr id="0" name=""/>
        <dsp:cNvSpPr/>
      </dsp:nvSpPr>
      <dsp:spPr>
        <a:xfrm>
          <a:off x="4122769" y="579600"/>
          <a:ext cx="1316678" cy="1316914"/>
        </a:xfrm>
        <a:prstGeom prst="ellipse">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a-IR" sz="1300" kern="1200" dirty="0"/>
            <a:t>بهبود کیفیت خدمات</a:t>
          </a:r>
          <a:endParaRPr lang="en-US" sz="1300" kern="1200" dirty="0"/>
        </a:p>
      </dsp:txBody>
      <dsp:txXfrm>
        <a:off x="4311134" y="767766"/>
        <a:ext cx="940574" cy="940582"/>
      </dsp:txXfrm>
    </dsp:sp>
    <dsp:sp modelId="{BB39044F-1CE8-48C2-9D20-4C41062002E0}">
      <dsp:nvSpPr>
        <dsp:cNvPr id="0" name=""/>
        <dsp:cNvSpPr/>
      </dsp:nvSpPr>
      <dsp:spPr>
        <a:xfrm rot="2700000">
          <a:off x="2617858" y="532402"/>
          <a:ext cx="1411064" cy="1411064"/>
        </a:xfrm>
        <a:prstGeom prst="teardrop">
          <a:avLst>
            <a:gd name="adj" fmla="val 10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6E6960-6FA8-4575-A63D-4CDD2F64DBDC}">
      <dsp:nvSpPr>
        <dsp:cNvPr id="0" name=""/>
        <dsp:cNvSpPr/>
      </dsp:nvSpPr>
      <dsp:spPr>
        <a:xfrm>
          <a:off x="2665051" y="579600"/>
          <a:ext cx="1316678" cy="1316914"/>
        </a:xfrm>
        <a:prstGeom prst="ellipse">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fa-IR" sz="1300" kern="1200" dirty="0"/>
            <a:t>جمع اوری اطلاعات مشتریان رفتار/عملکرد</a:t>
          </a:r>
          <a:endParaRPr lang="en-US" sz="1300" kern="1200" dirty="0"/>
        </a:p>
      </dsp:txBody>
      <dsp:txXfrm>
        <a:off x="2853103" y="767766"/>
        <a:ext cx="940574" cy="9405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D0ACD8-83BB-4303-A904-25796D02A059}">
      <dsp:nvSpPr>
        <dsp:cNvPr id="0" name=""/>
        <dsp:cNvSpPr/>
      </dsp:nvSpPr>
      <dsp:spPr>
        <a:xfrm>
          <a:off x="2849551" y="578608"/>
          <a:ext cx="1913578" cy="425219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0" rIns="182880" bIns="40640" numCol="1" spcCol="1270" anchor="ctr" anchorCtr="0">
          <a:noAutofit/>
        </a:bodyPr>
        <a:lstStyle/>
        <a:p>
          <a:pPr marL="0" lvl="0" indent="0" algn="r" defTabSz="1422400">
            <a:lnSpc>
              <a:spcPct val="90000"/>
            </a:lnSpc>
            <a:spcBef>
              <a:spcPct val="0"/>
            </a:spcBef>
            <a:spcAft>
              <a:spcPct val="35000"/>
            </a:spcAft>
            <a:buNone/>
          </a:pPr>
          <a:r>
            <a:rPr lang="en-US" sz="3200" kern="1200" dirty="0"/>
            <a:t>optimization</a:t>
          </a:r>
        </a:p>
      </dsp:txBody>
      <dsp:txXfrm rot="16200000">
        <a:off x="2607206" y="2222943"/>
        <a:ext cx="3786199" cy="497530"/>
      </dsp:txXfrm>
    </dsp:sp>
    <dsp:sp modelId="{363D2D15-2B0A-41FB-BE2E-5F765CA763F9}">
      <dsp:nvSpPr>
        <dsp:cNvPr id="0" name=""/>
        <dsp:cNvSpPr/>
      </dsp:nvSpPr>
      <dsp:spPr>
        <a:xfrm>
          <a:off x="810414" y="0"/>
          <a:ext cx="1913578" cy="483080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0" rIns="182880" bIns="40640" numCol="1" spcCol="1270" anchor="ctr" anchorCtr="0">
          <a:noAutofit/>
        </a:bodyPr>
        <a:lstStyle/>
        <a:p>
          <a:pPr marL="0" lvl="0" indent="0" algn="r" defTabSz="1422400">
            <a:lnSpc>
              <a:spcPct val="90000"/>
            </a:lnSpc>
            <a:spcBef>
              <a:spcPct val="0"/>
            </a:spcBef>
            <a:spcAft>
              <a:spcPct val="35000"/>
            </a:spcAft>
            <a:buNone/>
          </a:pPr>
          <a:r>
            <a:rPr lang="en-US" sz="3200" kern="1200" dirty="0"/>
            <a:t>monitoring</a:t>
          </a:r>
        </a:p>
      </dsp:txBody>
      <dsp:txXfrm rot="16200000">
        <a:off x="568070" y="1644334"/>
        <a:ext cx="3786199" cy="497530"/>
      </dsp:txXfrm>
    </dsp:sp>
    <dsp:sp modelId="{B1ECF18B-602D-4393-9E5F-9EDC4B42ACF5}">
      <dsp:nvSpPr>
        <dsp:cNvPr id="0" name=""/>
        <dsp:cNvSpPr/>
      </dsp:nvSpPr>
      <dsp:spPr>
        <a:xfrm>
          <a:off x="758939" y="0"/>
          <a:ext cx="1358640" cy="4854102"/>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r" defTabSz="622300" rtl="1">
            <a:lnSpc>
              <a:spcPct val="90000"/>
            </a:lnSpc>
            <a:spcBef>
              <a:spcPct val="0"/>
            </a:spcBef>
            <a:spcAft>
              <a:spcPct val="35000"/>
            </a:spcAft>
            <a:buNone/>
          </a:pPr>
          <a:r>
            <a:rPr lang="fa-IR" sz="1400" kern="1200" dirty="0"/>
            <a:t>نظارت و کنترل عوامل مرتبط با آزمایش زمین</a:t>
          </a:r>
          <a:endParaRPr lang="en-US" sz="1400" kern="1200" dirty="0"/>
        </a:p>
        <a:p>
          <a:pPr marL="0" lvl="0" indent="0" algn="r" defTabSz="622300" rtl="1">
            <a:lnSpc>
              <a:spcPct val="90000"/>
            </a:lnSpc>
            <a:spcBef>
              <a:spcPct val="0"/>
            </a:spcBef>
            <a:spcAft>
              <a:spcPct val="35000"/>
            </a:spcAft>
            <a:buNone/>
          </a:pPr>
          <a:r>
            <a:rPr lang="fa-IR" sz="1400" kern="1200" dirty="0"/>
            <a:t>بین تناوب زراعی، برای سیستم های آبیاری خودکاربر اساس شرایط آب و هوایی در زمان واقعی و مدیریت استفاده از آفت کش ها با توجه به سلامت مزارع</a:t>
          </a:r>
          <a:endParaRPr lang="en-US" sz="1400" kern="1200" dirty="0"/>
        </a:p>
      </dsp:txBody>
      <dsp:txXfrm>
        <a:off x="758939" y="0"/>
        <a:ext cx="1358640" cy="4854102"/>
      </dsp:txXfrm>
    </dsp:sp>
    <dsp:sp modelId="{93A51DAE-2929-4279-9966-05BF342195D4}">
      <dsp:nvSpPr>
        <dsp:cNvPr id="0" name=""/>
        <dsp:cNvSpPr/>
      </dsp:nvSpPr>
      <dsp:spPr>
        <a:xfrm>
          <a:off x="2849551" y="578608"/>
          <a:ext cx="1358640" cy="4275493"/>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r" defTabSz="622300" rtl="1">
            <a:lnSpc>
              <a:spcPct val="90000"/>
            </a:lnSpc>
            <a:spcBef>
              <a:spcPct val="0"/>
            </a:spcBef>
            <a:spcAft>
              <a:spcPct val="35000"/>
            </a:spcAft>
            <a:buNone/>
          </a:pPr>
          <a:r>
            <a:rPr lang="fa-IR" sz="1400" kern="1200" dirty="0"/>
            <a:t>اینترنت اشیاء امکان اندازه گیری تولید کاشی و سرامیک را فراهم می کند.</a:t>
          </a:r>
          <a:endParaRPr lang="en-US" sz="1400" kern="1200" dirty="0"/>
        </a:p>
        <a:p>
          <a:pPr marL="0" lvl="0" indent="0" algn="r" defTabSz="622300" rtl="1">
            <a:lnSpc>
              <a:spcPct val="90000"/>
            </a:lnSpc>
            <a:spcBef>
              <a:spcPct val="0"/>
            </a:spcBef>
            <a:spcAft>
              <a:spcPct val="35000"/>
            </a:spcAft>
            <a:buNone/>
          </a:pPr>
          <a:r>
            <a:rPr lang="fa-IR" sz="1400" kern="1200" dirty="0"/>
            <a:t>امکان اصلاح ترکیب سرامیک را فراهم می کند</a:t>
          </a:r>
          <a:endParaRPr lang="en-US" sz="1400" kern="1200" dirty="0"/>
        </a:p>
        <a:p>
          <a:pPr marL="0" lvl="0" indent="0" algn="r" defTabSz="622300" rtl="1">
            <a:lnSpc>
              <a:spcPct val="90000"/>
            </a:lnSpc>
            <a:spcBef>
              <a:spcPct val="0"/>
            </a:spcBef>
            <a:spcAft>
              <a:spcPct val="35000"/>
            </a:spcAft>
            <a:buNone/>
          </a:pPr>
          <a:r>
            <a:rPr lang="fa-IR" sz="1400" kern="1200" dirty="0"/>
            <a:t>بدنه و ترکیب حمل و نقل برای به حداکثر رساندن استفاده از مواد خام محلی، کاهش فاصله بین معادن وکارخانه</a:t>
          </a:r>
          <a:endParaRPr lang="en-US" sz="1400" kern="1200" dirty="0"/>
        </a:p>
        <a:p>
          <a:pPr marL="0" lvl="0" indent="0" algn="r" defTabSz="622300" rtl="1">
            <a:lnSpc>
              <a:spcPct val="90000"/>
            </a:lnSpc>
            <a:spcBef>
              <a:spcPct val="0"/>
            </a:spcBef>
            <a:spcAft>
              <a:spcPct val="35000"/>
            </a:spcAft>
            <a:buNone/>
          </a:pPr>
          <a:r>
            <a:rPr lang="fa-IR" sz="1400" kern="1200" dirty="0"/>
            <a:t>و به کمک حمل و نقل ریلی</a:t>
          </a:r>
          <a:endParaRPr lang="en-US" sz="1400" kern="1200" dirty="0"/>
        </a:p>
      </dsp:txBody>
      <dsp:txXfrm>
        <a:off x="2849551" y="578608"/>
        <a:ext cx="1358640" cy="427549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567A61-7EF9-4E54-9E0B-B527BF9F24AF}">
      <dsp:nvSpPr>
        <dsp:cNvPr id="0" name=""/>
        <dsp:cNvSpPr/>
      </dsp:nvSpPr>
      <dsp:spPr>
        <a:xfrm>
          <a:off x="0" y="331371"/>
          <a:ext cx="11264629" cy="428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FD6083-E158-4FAE-8546-B9A3C7E7D4DE}">
      <dsp:nvSpPr>
        <dsp:cNvPr id="0" name=""/>
        <dsp:cNvSpPr/>
      </dsp:nvSpPr>
      <dsp:spPr>
        <a:xfrm>
          <a:off x="2816157" y="80451"/>
          <a:ext cx="7885240" cy="5018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43" tIns="0" rIns="298043" bIns="0" numCol="1" spcCol="1270" anchor="ctr" anchorCtr="0">
          <a:noAutofit/>
        </a:bodyPr>
        <a:lstStyle/>
        <a:p>
          <a:pPr marL="0" lvl="0" indent="0" algn="r" defTabSz="800100">
            <a:lnSpc>
              <a:spcPct val="90000"/>
            </a:lnSpc>
            <a:spcBef>
              <a:spcPct val="0"/>
            </a:spcBef>
            <a:spcAft>
              <a:spcPct val="35000"/>
            </a:spcAft>
            <a:buNone/>
          </a:pPr>
          <a:r>
            <a:rPr lang="ar-SA" sz="1800" kern="1200" dirty="0">
              <a:solidFill>
                <a:schemeClr val="bg1"/>
              </a:solidFill>
              <a:latin typeface="+mj-lt"/>
              <a:ea typeface="+mj-ea"/>
              <a:cs typeface="+mj-cs"/>
            </a:rPr>
            <a:t>اشکالات زیست‌محیطی</a:t>
          </a:r>
          <a:endParaRPr lang="en-US" sz="1800" kern="1200" dirty="0">
            <a:solidFill>
              <a:schemeClr val="bg1"/>
            </a:solidFill>
          </a:endParaRPr>
        </a:p>
      </dsp:txBody>
      <dsp:txXfrm>
        <a:off x="2840655" y="104949"/>
        <a:ext cx="7836244" cy="452844"/>
      </dsp:txXfrm>
    </dsp:sp>
    <dsp:sp modelId="{7C047DD6-D4AB-4DFF-903B-478A737E2394}">
      <dsp:nvSpPr>
        <dsp:cNvPr id="0" name=""/>
        <dsp:cNvSpPr/>
      </dsp:nvSpPr>
      <dsp:spPr>
        <a:xfrm>
          <a:off x="0" y="1102491"/>
          <a:ext cx="11264629" cy="428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97963A-8CCD-4157-B073-9B04D15908DC}">
      <dsp:nvSpPr>
        <dsp:cNvPr id="0" name=""/>
        <dsp:cNvSpPr/>
      </dsp:nvSpPr>
      <dsp:spPr>
        <a:xfrm>
          <a:off x="2816157" y="851571"/>
          <a:ext cx="7885240" cy="5018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43" tIns="0" rIns="298043" bIns="0" numCol="1" spcCol="1270" anchor="ctr" anchorCtr="0">
          <a:noAutofit/>
        </a:bodyPr>
        <a:lstStyle/>
        <a:p>
          <a:pPr marL="0" lvl="0" indent="0" algn="r" defTabSz="800100">
            <a:lnSpc>
              <a:spcPct val="90000"/>
            </a:lnSpc>
            <a:spcBef>
              <a:spcPct val="0"/>
            </a:spcBef>
            <a:spcAft>
              <a:spcPct val="35000"/>
            </a:spcAft>
            <a:buNone/>
          </a:pPr>
          <a:r>
            <a:rPr lang="ar-SA" sz="1800" kern="1200" dirty="0">
              <a:solidFill>
                <a:schemeClr val="bg1"/>
              </a:solidFill>
              <a:latin typeface="+mj-lt"/>
              <a:ea typeface="+mj-ea"/>
              <a:cs typeface="+mj-cs"/>
            </a:rPr>
            <a:t>تضمین امنیت داده‌ها و حریم خصوصی</a:t>
          </a:r>
          <a:endParaRPr lang="en-US" sz="1800" kern="1200" dirty="0">
            <a:solidFill>
              <a:schemeClr val="bg1"/>
            </a:solidFill>
          </a:endParaRPr>
        </a:p>
      </dsp:txBody>
      <dsp:txXfrm>
        <a:off x="2840655" y="876069"/>
        <a:ext cx="7836244" cy="452844"/>
      </dsp:txXfrm>
    </dsp:sp>
    <dsp:sp modelId="{30ECC191-1DDF-4D3C-8F9C-A4746DC0D834}">
      <dsp:nvSpPr>
        <dsp:cNvPr id="0" name=""/>
        <dsp:cNvSpPr/>
      </dsp:nvSpPr>
      <dsp:spPr>
        <a:xfrm>
          <a:off x="0" y="1873611"/>
          <a:ext cx="11264629" cy="428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DECE11-C6E3-4A43-8CB0-26D2498391AE}">
      <dsp:nvSpPr>
        <dsp:cNvPr id="0" name=""/>
        <dsp:cNvSpPr/>
      </dsp:nvSpPr>
      <dsp:spPr>
        <a:xfrm>
          <a:off x="2816157" y="1622691"/>
          <a:ext cx="7885240" cy="5018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43" tIns="0" rIns="298043" bIns="0" numCol="1" spcCol="1270" anchor="ctr" anchorCtr="0">
          <a:noAutofit/>
        </a:bodyPr>
        <a:lstStyle/>
        <a:p>
          <a:pPr marL="0" lvl="0" indent="0" algn="r" defTabSz="800100">
            <a:lnSpc>
              <a:spcPct val="90000"/>
            </a:lnSpc>
            <a:spcBef>
              <a:spcPct val="0"/>
            </a:spcBef>
            <a:spcAft>
              <a:spcPct val="35000"/>
            </a:spcAft>
            <a:buNone/>
          </a:pPr>
          <a:r>
            <a:rPr lang="ar-SA" sz="1800" kern="1200" dirty="0">
              <a:solidFill>
                <a:schemeClr val="bg1"/>
              </a:solidFill>
              <a:latin typeface="+mj-lt"/>
              <a:ea typeface="+mj-ea"/>
              <a:cs typeface="+mj-cs"/>
            </a:rPr>
            <a:t>حملات بات نت </a:t>
          </a:r>
          <a:endParaRPr lang="en-US" sz="1800" kern="1200" dirty="0">
            <a:solidFill>
              <a:schemeClr val="bg1"/>
            </a:solidFill>
          </a:endParaRPr>
        </a:p>
      </dsp:txBody>
      <dsp:txXfrm>
        <a:off x="2840655" y="1647189"/>
        <a:ext cx="7836244" cy="452844"/>
      </dsp:txXfrm>
    </dsp:sp>
    <dsp:sp modelId="{23DC19B9-7B09-4A2E-8E75-87212E42FF9B}">
      <dsp:nvSpPr>
        <dsp:cNvPr id="0" name=""/>
        <dsp:cNvSpPr/>
      </dsp:nvSpPr>
      <dsp:spPr>
        <a:xfrm>
          <a:off x="0" y="2644731"/>
          <a:ext cx="11264629" cy="428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97E567-EA8F-46E2-9605-E255DED9EC0F}">
      <dsp:nvSpPr>
        <dsp:cNvPr id="0" name=""/>
        <dsp:cNvSpPr/>
      </dsp:nvSpPr>
      <dsp:spPr>
        <a:xfrm>
          <a:off x="2816157" y="2393811"/>
          <a:ext cx="7885240" cy="5018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43" tIns="0" rIns="298043" bIns="0" numCol="1" spcCol="1270" anchor="ctr" anchorCtr="0">
          <a:noAutofit/>
        </a:bodyPr>
        <a:lstStyle/>
        <a:p>
          <a:pPr marL="0" lvl="0" indent="0" algn="r" defTabSz="800100">
            <a:lnSpc>
              <a:spcPct val="90000"/>
            </a:lnSpc>
            <a:spcBef>
              <a:spcPct val="0"/>
            </a:spcBef>
            <a:spcAft>
              <a:spcPct val="35000"/>
            </a:spcAft>
            <a:buNone/>
          </a:pPr>
          <a:r>
            <a:rPr lang="ar-SA" sz="1800" kern="1200" dirty="0">
              <a:solidFill>
                <a:schemeClr val="bg1"/>
              </a:solidFill>
              <a:latin typeface="+mj-lt"/>
              <a:ea typeface="+mj-ea"/>
              <a:cs typeface="+mj-cs"/>
            </a:rPr>
            <a:t>مسائل مرتبط با قابلیت بازیافت، و انرژی‌های الکترونیکی </a:t>
          </a:r>
          <a:endParaRPr lang="en-US" sz="1800" kern="1200" dirty="0">
            <a:solidFill>
              <a:schemeClr val="bg1"/>
            </a:solidFill>
          </a:endParaRPr>
        </a:p>
      </dsp:txBody>
      <dsp:txXfrm>
        <a:off x="2840655" y="2418309"/>
        <a:ext cx="7836244" cy="452844"/>
      </dsp:txXfrm>
    </dsp:sp>
    <dsp:sp modelId="{6F7832BF-B008-4FA9-A53A-4BB8878472EA}">
      <dsp:nvSpPr>
        <dsp:cNvPr id="0" name=""/>
        <dsp:cNvSpPr/>
      </dsp:nvSpPr>
      <dsp:spPr>
        <a:xfrm>
          <a:off x="0" y="3415852"/>
          <a:ext cx="11264629" cy="428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1A8051-F7B9-4F1A-8D0B-01F75ECD263C}">
      <dsp:nvSpPr>
        <dsp:cNvPr id="0" name=""/>
        <dsp:cNvSpPr/>
      </dsp:nvSpPr>
      <dsp:spPr>
        <a:xfrm>
          <a:off x="2816157" y="3164931"/>
          <a:ext cx="7885240" cy="5018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43" tIns="0" rIns="298043" bIns="0" numCol="1" spcCol="1270" anchor="ctr" anchorCtr="0">
          <a:noAutofit/>
        </a:bodyPr>
        <a:lstStyle/>
        <a:p>
          <a:pPr marL="0" lvl="0" indent="0" algn="r" defTabSz="800100" rtl="1">
            <a:lnSpc>
              <a:spcPct val="90000"/>
            </a:lnSpc>
            <a:spcBef>
              <a:spcPct val="0"/>
            </a:spcBef>
            <a:spcAft>
              <a:spcPct val="35000"/>
            </a:spcAft>
            <a:buNone/>
          </a:pPr>
          <a:r>
            <a:rPr lang="ar-SA" sz="1800" kern="1200" dirty="0">
              <a:solidFill>
                <a:schemeClr val="bg1"/>
              </a:solidFill>
              <a:latin typeface="+mj-lt"/>
              <a:ea typeface="+mj-ea"/>
              <a:cs typeface="+mj-cs"/>
            </a:rPr>
            <a:t>ترکیب بلاک‌چین در چارچوب</a:t>
          </a:r>
          <a:r>
            <a:rPr lang="en-US" sz="1800" kern="1200" dirty="0">
              <a:solidFill>
                <a:schemeClr val="bg1"/>
              </a:solidFill>
              <a:latin typeface="+mj-lt"/>
              <a:ea typeface="+mj-ea"/>
              <a:cs typeface="+mj-cs"/>
            </a:rPr>
            <a:t> IoT </a:t>
          </a:r>
          <a:r>
            <a:rPr lang="ar-SA" sz="1800" kern="1200" dirty="0">
              <a:solidFill>
                <a:schemeClr val="bg1"/>
              </a:solidFill>
              <a:latin typeface="+mj-lt"/>
              <a:ea typeface="+mj-ea"/>
              <a:cs typeface="+mj-cs"/>
            </a:rPr>
            <a:t>مسائل فنی، زیرساختی، مصرف انرژی، اشکالات زیست‌محیطی و چالش‌های قانونی</a:t>
          </a:r>
          <a:endParaRPr lang="en-US" sz="1800" kern="1200" dirty="0">
            <a:solidFill>
              <a:schemeClr val="bg1"/>
            </a:solidFill>
          </a:endParaRPr>
        </a:p>
      </dsp:txBody>
      <dsp:txXfrm>
        <a:off x="2840655" y="3189429"/>
        <a:ext cx="7836244" cy="452844"/>
      </dsp:txXfrm>
    </dsp:sp>
    <dsp:sp modelId="{BFA5C274-EF8A-4789-9A6C-9EF843D74713}">
      <dsp:nvSpPr>
        <dsp:cNvPr id="0" name=""/>
        <dsp:cNvSpPr/>
      </dsp:nvSpPr>
      <dsp:spPr>
        <a:xfrm>
          <a:off x="0" y="4186972"/>
          <a:ext cx="11264629" cy="428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EFC84A-917A-4F1E-9420-BC3B031EFE03}">
      <dsp:nvSpPr>
        <dsp:cNvPr id="0" name=""/>
        <dsp:cNvSpPr/>
      </dsp:nvSpPr>
      <dsp:spPr>
        <a:xfrm>
          <a:off x="2816157" y="3936052"/>
          <a:ext cx="7885240" cy="5018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43" tIns="0" rIns="298043" bIns="0" numCol="1" spcCol="1270" anchor="ctr" anchorCtr="0">
          <a:noAutofit/>
        </a:bodyPr>
        <a:lstStyle/>
        <a:p>
          <a:pPr marL="0" lvl="0" indent="0" algn="r" defTabSz="800100" rtl="1">
            <a:lnSpc>
              <a:spcPct val="90000"/>
            </a:lnSpc>
            <a:spcBef>
              <a:spcPct val="0"/>
            </a:spcBef>
            <a:spcAft>
              <a:spcPct val="35000"/>
            </a:spcAft>
            <a:buNone/>
          </a:pPr>
          <a:r>
            <a:rPr lang="ar-SA" sz="1800" kern="1200" dirty="0">
              <a:solidFill>
                <a:schemeClr val="bg1"/>
              </a:solidFill>
              <a:latin typeface="+mj-lt"/>
              <a:ea typeface="+mj-ea"/>
              <a:cs typeface="+mj-cs"/>
            </a:rPr>
            <a:t>عدم وجود فرایندهای استاندارد برای به‌دست آوردن داده‌های چرخه عمر دقیق برای</a:t>
          </a:r>
          <a:r>
            <a:rPr lang="en-US" sz="1800" kern="1200" dirty="0">
              <a:solidFill>
                <a:schemeClr val="bg1"/>
              </a:solidFill>
              <a:latin typeface="+mj-lt"/>
              <a:ea typeface="+mj-ea"/>
              <a:cs typeface="+mj-cs"/>
            </a:rPr>
            <a:t> IoT</a:t>
          </a:r>
          <a:endParaRPr lang="en-US" sz="1800" kern="1200" dirty="0">
            <a:solidFill>
              <a:schemeClr val="bg1"/>
            </a:solidFill>
          </a:endParaRPr>
        </a:p>
      </dsp:txBody>
      <dsp:txXfrm>
        <a:off x="2840655" y="3960550"/>
        <a:ext cx="7836244" cy="452844"/>
      </dsp:txXfrm>
    </dsp:sp>
    <dsp:sp modelId="{72DA181A-781F-4E57-BDB8-E87DB1C97D13}">
      <dsp:nvSpPr>
        <dsp:cNvPr id="0" name=""/>
        <dsp:cNvSpPr/>
      </dsp:nvSpPr>
      <dsp:spPr>
        <a:xfrm>
          <a:off x="0" y="4958092"/>
          <a:ext cx="11264629" cy="428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60FB9C8-C059-465D-9887-6AEB77A7C765}">
      <dsp:nvSpPr>
        <dsp:cNvPr id="0" name=""/>
        <dsp:cNvSpPr/>
      </dsp:nvSpPr>
      <dsp:spPr>
        <a:xfrm>
          <a:off x="2816157" y="4707172"/>
          <a:ext cx="7885240" cy="5018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043" tIns="0" rIns="298043" bIns="0" numCol="1" spcCol="1270" anchor="ctr" anchorCtr="0">
          <a:noAutofit/>
        </a:bodyPr>
        <a:lstStyle/>
        <a:p>
          <a:pPr marL="0" lvl="0" indent="0" algn="r" defTabSz="800100" rtl="1">
            <a:lnSpc>
              <a:spcPct val="90000"/>
            </a:lnSpc>
            <a:spcBef>
              <a:spcPct val="0"/>
            </a:spcBef>
            <a:spcAft>
              <a:spcPct val="35000"/>
            </a:spcAft>
            <a:buNone/>
          </a:pPr>
          <a:r>
            <a:rPr lang="ar-SA" sz="1800" kern="1200" dirty="0">
              <a:solidFill>
                <a:schemeClr val="bg1"/>
              </a:solidFill>
              <a:latin typeface="+mj-lt"/>
              <a:ea typeface="+mj-ea"/>
              <a:cs typeface="+mj-cs"/>
            </a:rPr>
            <a:t>فقدان استانداردسازی و راهنمایی در اجرای</a:t>
          </a:r>
          <a:r>
            <a:rPr lang="en-US" sz="1800" kern="1200" dirty="0">
              <a:solidFill>
                <a:schemeClr val="bg1"/>
              </a:solidFill>
              <a:latin typeface="+mj-lt"/>
              <a:ea typeface="+mj-ea"/>
              <a:cs typeface="+mj-cs"/>
            </a:rPr>
            <a:t> IoT </a:t>
          </a:r>
          <a:r>
            <a:rPr lang="ar-SA" sz="1800" kern="1200" dirty="0">
              <a:solidFill>
                <a:schemeClr val="bg1"/>
              </a:solidFill>
              <a:latin typeface="+mj-lt"/>
              <a:ea typeface="+mj-ea"/>
              <a:cs typeface="+mj-cs"/>
            </a:rPr>
            <a:t>برای</a:t>
          </a:r>
          <a:r>
            <a:rPr lang="en-US" sz="1800" kern="1200" dirty="0">
              <a:solidFill>
                <a:schemeClr val="bg1"/>
              </a:solidFill>
              <a:latin typeface="+mj-lt"/>
              <a:ea typeface="+mj-ea"/>
              <a:cs typeface="+mj-cs"/>
            </a:rPr>
            <a:t> CBM</a:t>
          </a:r>
          <a:r>
            <a:rPr lang="ar-SA" sz="1800" kern="1200" dirty="0">
              <a:solidFill>
                <a:schemeClr val="bg1"/>
              </a:solidFill>
              <a:latin typeface="+mj-lt"/>
              <a:ea typeface="+mj-ea"/>
              <a:cs typeface="+mj-cs"/>
            </a:rPr>
            <a:t>ها </a:t>
          </a:r>
          <a:endParaRPr lang="en-US" sz="1800" kern="1200" dirty="0">
            <a:solidFill>
              <a:schemeClr val="bg1"/>
            </a:solidFill>
          </a:endParaRPr>
        </a:p>
      </dsp:txBody>
      <dsp:txXfrm>
        <a:off x="2840655" y="4731670"/>
        <a:ext cx="7836244"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9/3/layout/BlockDescendingList">
  <dgm:title val=""/>
  <dgm:desc val=""/>
  <dgm:catLst>
    <dgm:cat type="list" pri="185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13" srcId="10" destId="11" srcOrd="0" destOrd="0"/>
        <dgm:cxn modelId="14" srcId="10" destId="12" srcOrd="0" destOrd="0"/>
        <dgm:cxn modelId="50" srcId="0" destId="20" srcOrd="1" destOrd="0"/>
        <dgm:cxn modelId="23" srcId="20" destId="21" srcOrd="0" destOrd="0"/>
        <dgm:cxn modelId="24" srcId="20" destId="22" srcOrd="0" destOrd="0"/>
        <dgm:cxn modelId="60" srcId="0" destId="30" srcOrd="2" destOrd="0"/>
        <dgm:cxn modelId="33" srcId="30" destId="31" srcOrd="0" destOrd="0"/>
        <dgm:cxn modelId="34" srcId="30" destId="32" srcOrd="0"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70">
          <dgm:prSet phldr="1"/>
        </dgm:pt>
      </dgm:ptLst>
      <dgm:cxnLst>
        <dgm:cxn modelId="40" srcId="0" destId="10" srcOrd="0" destOrd="0"/>
        <dgm:cxn modelId="50" srcId="0" destId="20" srcOrd="1" destOrd="0"/>
        <dgm:cxn modelId="60" srcId="0" destId="30" srcOrd="2" destOrd="0"/>
        <dgm:cxn modelId="80" srcId="0" destId="7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axis="ch" ptType="node" func="cnt" op="equ" val="1">
        <dgm:alg type="composite">
          <dgm:param type="ar" val="0.5516"/>
        </dgm:alg>
        <dgm:choose name="Name3">
          <dgm:if name="Name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if>
          <dgm:else name="Name5">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else>
        </dgm:choose>
      </dgm:if>
      <dgm:if name="Name6" axis="ch" ptType="node" func="cnt" op="equ" val="2">
        <dgm:alg type="composite">
          <dgm:param type="ar" val="0.9804"/>
        </dgm:alg>
        <dgm:choose name="Name7">
          <dgm:if name="Name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2" refType="w" fact="0.4393"/>
              <dgm:constr type="t" for="ch" forName="accentShape_2" refType="h" fact="0.1192"/>
              <dgm:constr type="w" for="ch" forName="accentShape_2" refType="w" fact="0.4021"/>
              <dgm:constr type="h" for="ch" forName="accentShape_2" refType="h" fact="0.876"/>
              <dgm:constr type="l" for="ch" forName="accentShape_1" refType="w" fact="0"/>
              <dgm:constr type="t" for="ch" forName="accentShape_1" refType="h" fact="0"/>
              <dgm:constr type="w" for="ch" forName="accentShape_1" refType="w" fact="0.4021"/>
              <dgm:constr type="h" for="ch" forName="accentShape_1" refType="h" fact="0.9952"/>
              <dgm:constr type="l" for="ch" forName="parentText_1" refType="w" fact="0.2946"/>
              <dgm:constr type="t" for="ch" forName="parentText_1" refType="h" fact="0"/>
              <dgm:constr type="w" for="ch" forName="parentText_1" refType="w" refFor="ch" refForName="accentShape_1" fact="0.26"/>
              <dgm:constr type="h" for="ch" forName="parentText_1" refType="h" fact="0.78"/>
              <dgm:constr type="l" for="ch" forName="parentText_2" refType="w" fact="0.7339"/>
              <dgm:constr type="t" for="ch" forName="parentText_2" refType="h" fact="0.1192"/>
              <dgm:constr type="w" for="ch" forName="parentText_2" refType="w" refFor="ch" refForName="accentShape_1" fact="0.26"/>
              <dgm:constr type="h" for="ch" forName="parentText_2"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4393"/>
              <dgm:constr type="t" for="ch" forName="childText_2" refType="h" fact="0.1192"/>
              <dgm:constr type="w" for="ch" forName="childText_2" refType="w" refFor="ch" refForName="accentShape_2" fact="0.71"/>
              <dgm:constr type="h" for="ch" forName="childText_2" refType="h" fact="0.8808"/>
            </dgm:constrLst>
          </dgm:if>
          <dgm:else name="Name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1" refType="w" fact="0.4393"/>
              <dgm:constr type="t" for="ch" forName="accentShape_2" refType="h" fact="0.1192"/>
              <dgm:constr type="w" for="ch" forName="accentShape_2" refType="w" fact="0.4021"/>
              <dgm:constr type="h" for="ch" forName="accentShape_2" refType="h" fact="0.876"/>
              <dgm:constr type="l" for="ch" forName="accentShape_2" refType="w" fact="0"/>
              <dgm:constr type="t" for="ch" forName="accentShape_1" refType="h" fact="0"/>
              <dgm:constr type="w" for="ch" forName="accentShape_1" refType="w" fact="0.4021"/>
              <dgm:constr type="h" for="ch" forName="accentShape_1" refType="h" fact="0.9952"/>
              <dgm:constr type="l" for="ch" forName="parentText_2" refType="w" fact="0.2946"/>
              <dgm:constr type="t" for="ch" forName="parentText_1" refType="h" fact="0"/>
              <dgm:constr type="w" for="ch" forName="parentText_1" refType="w" refFor="ch" refForName="accentShape_1" fact="0.26"/>
              <dgm:constr type="h" for="ch" forName="parentText_1" refType="h" fact="0.78"/>
              <dgm:constr type="l" for="ch" forName="parentText_1" refType="w" fact="0.7339"/>
              <dgm:constr type="t" for="ch" forName="parentText_2" refType="h" fact="0.1192"/>
              <dgm:constr type="w" for="ch" forName="parentText_2" refType="w" refFor="ch" refForName="accentShape_1" fact="0.26"/>
              <dgm:constr type="h" for="ch" forName="parentText_2" refType="h" fact="0.78"/>
              <dgm:constr type="l" for="ch" forName="childText_2" refType="w" fact="0"/>
              <dgm:constr type="t" for="ch" forName="childText_1" refType="h" fact="0"/>
              <dgm:constr type="w" for="ch" forName="childText_1" refType="w" refFor="ch" refForName="accentShape_1" fact="0.71"/>
              <dgm:constr type="h" for="ch" forName="childText_1" refType="h"/>
              <dgm:constr type="l" for="ch" forName="childText_1" refType="w" fact="0.4393"/>
              <dgm:constr type="t" for="ch" forName="childText_2" refType="h" fact="0.1192"/>
              <dgm:constr type="w" for="ch" forName="childText_2" refType="w" refFor="ch" refForName="accentShape_2" fact="0.71"/>
              <dgm:constr type="h" for="ch" forName="childText_2" refType="h" fact="0.8808"/>
            </dgm:constrLst>
          </dgm:else>
        </dgm:choose>
      </dgm:if>
      <dgm:if name="Name10" axis="ch" ptType="node" func="cnt" op="equ" val="3">
        <dgm:alg type="composite">
          <dgm:param type="ar" val="1.4097"/>
        </dgm:alg>
        <dgm:choose name="Name11">
          <dgm:if name="Name12"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1"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3" refType="w" fact="0.6101"/>
              <dgm:constr type="t" for="ch" forName="accentShape_3" refType="h" fact="0.2457"/>
              <dgm:constr type="w" for="ch" forName="accentShape_3" refType="w" fact="0.2796"/>
              <dgm:constr type="h" for="ch" forName="accentShape_3" refType="h" fact="0.7499"/>
              <dgm:constr type="l" for="ch" forName="parentText_1"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3" refType="w" fact="0.6101"/>
              <dgm:constr type="t" for="ch" forName="childText_3" refType="h" fact="0.2457"/>
              <dgm:constr type="w" for="ch" forName="childText_3" refType="w" refFor="ch" refForName="accentShape_3" fact="0.71"/>
              <dgm:constr type="h" for="ch" forName="childText_3" refType="h" fact="0.7543"/>
            </dgm:constrLst>
          </dgm:if>
          <dgm:else name="Name13">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3"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1" refType="w" fact="0.6101"/>
              <dgm:constr type="t" for="ch" forName="accentShape_3" refType="h" fact="0.2457"/>
              <dgm:constr type="w" for="ch" forName="accentShape_3" refType="w" fact="0.2796"/>
              <dgm:constr type="h" for="ch" forName="accentShape_3" refType="h" fact="0.7499"/>
              <dgm:constr type="l" for="ch" forName="parentText_3"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1"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3"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1" refType="w" fact="0.6101"/>
              <dgm:constr type="t" for="ch" forName="childText_3" refType="h" fact="0.2457"/>
              <dgm:constr type="w" for="ch" forName="childText_3" refType="w" refFor="ch" refForName="accentShape_3" fact="0.71"/>
              <dgm:constr type="h" for="ch" forName="childText_3" refType="h" fact="0.7543"/>
            </dgm:constrLst>
          </dgm:else>
        </dgm:choose>
      </dgm:if>
      <dgm:if name="Name14" axis="ch" ptType="node" func="cnt" op="equ" val="4">
        <dgm:alg type="composite">
          <dgm:param type="ar" val="1.8305"/>
        </dgm:alg>
        <dgm:choose name="Name15">
          <dgm:if name="Name16"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1" refType="w" fact="0"/>
              <dgm:constr type="t" for="ch" forName="accentShape_1" refType="h" fact="0"/>
              <dgm:constr type="w" for="ch" forName="accentShape_1" refType="w" fact="0.2153"/>
              <dgm:constr type="h" for="ch" forName="accentShape_1" refType="h" fact="0.9952"/>
              <dgm:constr type="l" for="ch" forName="accentShape_2" refType="w" fact="0.2353"/>
              <dgm:constr type="t" for="ch" forName="accentShape_2" refType="h" fact="0.1192"/>
              <dgm:constr type="w" for="ch" forName="accentShape_2" refType="w" fact="0.2153"/>
              <dgm:constr type="h" for="ch" forName="accentShape_2" refType="h" fact="0.876"/>
              <dgm:constr type="l" for="ch" forName="accentShape_3" refType="w" fact="0.4699"/>
              <dgm:constr type="t" for="ch" forName="accentShape_3" refType="h" fact="0.2457"/>
              <dgm:constr type="w" for="ch" forName="accentShape_3" refType="w" fact="0.2153"/>
              <dgm:constr type="h" for="ch" forName="accentShape_3" refType="h" fact="0.7495"/>
              <dgm:constr type="l" for="ch" forName="accentShape_4" refType="w" fact="0.6997"/>
              <dgm:constr type="t" for="ch" forName="accentShape_4" refType="h" fact="0.3696"/>
              <dgm:constr type="w" for="ch" forName="accentShape_4" refType="w" fact="0.2153"/>
              <dgm:constr type="h" for="ch" forName="accentShape_4" refType="h" fact="0.6256"/>
              <dgm:constr type="l" for="ch" forName="parentText_1"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2353"/>
              <dgm:constr type="t" for="ch" forName="childText_2" refType="h" fact="0.1192"/>
              <dgm:constr type="w" for="ch" forName="childText_2" refType="w" refFor="ch" refForName="accentShape_2" fact="0.71"/>
              <dgm:constr type="h" for="ch" forName="childText_2" refType="h" fact="0.8808"/>
              <dgm:constr type="l" for="ch" forName="childText_3" refType="w" fact="0.4699"/>
              <dgm:constr type="t" for="ch" forName="childText_3" refType="h" fact="0.2457"/>
              <dgm:constr type="w" for="ch" forName="childText_3" refType="w" refFor="ch" refForName="accentShape_3" fact="0.71"/>
              <dgm:constr type="h" for="ch" forName="childText_3" refType="h" fact="0.7543"/>
              <dgm:constr type="l" for="ch" forName="childText_4" refType="w" fact="0.6997"/>
              <dgm:constr type="t" for="ch" forName="childText_4" refType="h" fact="0.3696"/>
              <dgm:constr type="w" for="ch" forName="childText_4" refType="w" refFor="ch" refForName="accentShape_4" fact="0.71"/>
              <dgm:constr type="h" for="ch" forName="childText_4" refType="h" fact="0.6261"/>
            </dgm:constrLst>
          </dgm:if>
          <dgm:else name="Name17">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4" refType="w" fact="0"/>
              <dgm:constr type="t" for="ch" forName="accentShape_1" refType="h" fact="0"/>
              <dgm:constr type="w" for="ch" forName="accentShape_1" refType="w" fact="0.2153"/>
              <dgm:constr type="h" for="ch" forName="accentShape_1" refType="h" fact="0.9952"/>
              <dgm:constr type="l" for="ch" forName="accentShape_3" refType="w" fact="0.2353"/>
              <dgm:constr type="t" for="ch" forName="accentShape_2" refType="h" fact="0.1192"/>
              <dgm:constr type="w" for="ch" forName="accentShape_2" refType="w" fact="0.2153"/>
              <dgm:constr type="h" for="ch" forName="accentShape_2" refType="h" fact="0.876"/>
              <dgm:constr type="l" for="ch" forName="accentShape_2" refType="w" fact="0.4699"/>
              <dgm:constr type="t" for="ch" forName="accentShape_3" refType="h" fact="0.2457"/>
              <dgm:constr type="w" for="ch" forName="accentShape_3" refType="w" fact="0.2153"/>
              <dgm:constr type="h" for="ch" forName="accentShape_3" refType="h" fact="0.7495"/>
              <dgm:constr type="l" for="ch" forName="accentShape_1" refType="w" fact="0.6997"/>
              <dgm:constr type="t" for="ch" forName="accentShape_4" refType="h" fact="0.3696"/>
              <dgm:constr type="w" for="ch" forName="accentShape_4" refType="w" fact="0.2153"/>
              <dgm:constr type="h" for="ch" forName="accentShape_4" refType="h" fact="0.6256"/>
              <dgm:constr type="l" for="ch" forName="parentText_4"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3"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2"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1"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4" refType="w" fact="0"/>
              <dgm:constr type="t" for="ch" forName="childText_1" refType="h" fact="0"/>
              <dgm:constr type="w" for="ch" forName="childText_1" refType="w" refFor="ch" refForName="accentShape_1" fact="0.71"/>
              <dgm:constr type="h" for="ch" forName="childText_1" refType="h"/>
              <dgm:constr type="l" for="ch" forName="childText_3" refType="w" fact="0.2353"/>
              <dgm:constr type="t" for="ch" forName="childText_2" refType="h" fact="0.1192"/>
              <dgm:constr type="w" for="ch" forName="childText_2" refType="w" refFor="ch" refForName="accentShape_2" fact="0.71"/>
              <dgm:constr type="h" for="ch" forName="childText_2" refType="h" fact="0.8808"/>
              <dgm:constr type="l" for="ch" forName="childText_2" refType="w" fact="0.4699"/>
              <dgm:constr type="t" for="ch" forName="childText_3" refType="h" fact="0.2457"/>
              <dgm:constr type="w" for="ch" forName="childText_3" refType="w" refFor="ch" refForName="accentShape_3" fact="0.71"/>
              <dgm:constr type="h" for="ch" forName="childText_3" refType="h" fact="0.7543"/>
              <dgm:constr type="l" for="ch" forName="childText_1" refType="w" fact="0.6997"/>
              <dgm:constr type="t" for="ch" forName="childText_4" refType="h" fact="0.3696"/>
              <dgm:constr type="w" for="ch" forName="childText_4" refType="w" refFor="ch" refForName="accentShape_4" fact="0.71"/>
              <dgm:constr type="h" for="ch" forName="childText_4" refType="h" fact="0.6261"/>
            </dgm:constrLst>
          </dgm:else>
        </dgm:choose>
      </dgm:if>
      <dgm:if name="Name18" axis="ch" ptType="node" func="cnt" op="equ" val="5">
        <dgm:alg type="composite">
          <dgm:param type="ar" val="2.0125"/>
        </dgm:alg>
        <dgm:choose name="Name19">
          <dgm:if name="Name20"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1" refType="w" fact="0"/>
              <dgm:constr type="t" for="ch" forName="accentShape_1" refType="h" fact="0"/>
              <dgm:constr type="w" for="ch" forName="accentShape_1" refType="w" fact="0.1759"/>
              <dgm:constr type="h" for="ch" forName="accentShape_1" refType="h" fact="0.9952"/>
              <dgm:constr type="l" for="ch" forName="accentShape_2"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4" refType="w" fact="0.5759"/>
              <dgm:constr type="t" for="ch" forName="accentShape_4" refType="h" fact="0.3739"/>
              <dgm:constr type="w" for="ch" forName="accentShape_4" refType="w" fact="0.1759"/>
              <dgm:constr type="h" for="ch" forName="accentShape_4" refType="h" fact="0.6217"/>
              <dgm:constr type="l" for="ch" forName="accentShape_5" refType="w" fact="0.7679"/>
              <dgm:constr type="t" for="ch" forName="accentShape_5" refType="h" fact="0.5"/>
              <dgm:constr type="w" for="ch" forName="accentShape_5" refType="w" fact="0.1759"/>
              <dgm:constr type="h" for="ch" forName="accentShape_5" refType="h" fact="0.4956"/>
              <dgm:constr type="l" for="ch" forName="parentText_1"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5"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4" refType="w" fact="0.5759"/>
              <dgm:constr type="t" for="ch" forName="childText_4" refType="h" fact="0.3739"/>
              <dgm:constr type="w" for="ch" forName="childText_4" refType="w" refFor="ch" refForName="accentShape_4" fact="0.71"/>
              <dgm:constr type="h" for="ch" forName="childText_4" refType="h" fact="0.6217"/>
              <dgm:constr type="l" for="ch" forName="childText_5" refType="w" fact="0.7679"/>
              <dgm:constr type="t" for="ch" forName="childText_5" refType="h" fact="0.5001"/>
              <dgm:constr type="w" for="ch" forName="childText_5" refType="w" refFor="ch" refForName="accentShape_5" fact="0.71"/>
              <dgm:constr type="h" for="ch" forName="childText_5" refType="h" fact="0.4956"/>
            </dgm:constrLst>
          </dgm:if>
          <dgm:else name="Name21">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5" refType="w" fact="0"/>
              <dgm:constr type="t" for="ch" forName="accentShape_1" refType="h" fact="0"/>
              <dgm:constr type="w" for="ch" forName="accentShape_1" refType="w" fact="0.1759"/>
              <dgm:constr type="h" for="ch" forName="accentShape_1" refType="h" fact="0.9952"/>
              <dgm:constr type="l" for="ch" forName="accentShape_4"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2" refType="w" fact="0.5759"/>
              <dgm:constr type="t" for="ch" forName="accentShape_4" refType="h" fact="0.3739"/>
              <dgm:constr type="w" for="ch" forName="accentShape_4" refType="w" fact="0.1759"/>
              <dgm:constr type="h" for="ch" forName="accentShape_4" refType="h" fact="0.6217"/>
              <dgm:constr type="l" for="ch" forName="accentShape_1" refType="w" fact="0.7679"/>
              <dgm:constr type="t" for="ch" forName="accentShape_5" refType="h" fact="0.5"/>
              <dgm:constr type="w" for="ch" forName="accentShape_5" refType="w" fact="0.1759"/>
              <dgm:constr type="h" for="ch" forName="accentShape_5" refType="h" fact="0.4956"/>
              <dgm:constr type="l" for="ch" forName="parentText_5"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4"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2"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1"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5" refType="w" fact="0"/>
              <dgm:constr type="t" for="ch" forName="childText_1" refType="h" fact="0"/>
              <dgm:constr type="w" for="ch" forName="childText_1" refType="w" refFor="ch" refForName="accentShape_1" fact="0.71"/>
              <dgm:constr type="h" for="ch" forName="childText_1" refType="h"/>
              <dgm:constr type="l" for="ch" forName="childText_4"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2" refType="w" fact="0.5759"/>
              <dgm:constr type="t" for="ch" forName="childText_4" refType="h" fact="0.3739"/>
              <dgm:constr type="w" for="ch" forName="childText_4" refType="w" refFor="ch" refForName="accentShape_4" fact="0.71"/>
              <dgm:constr type="h" for="ch" forName="childText_4" refType="h" fact="0.6261"/>
              <dgm:constr type="l" for="ch" forName="childText_1" refType="w" fact="0.7679"/>
              <dgm:constr type="t" for="ch" forName="childText_5" refType="h" fact="0.5001"/>
              <dgm:constr type="w" for="ch" forName="childText_5" refType="w" refFor="ch" refForName="accentShape_5" fact="0.71"/>
              <dgm:constr type="h" for="ch" forName="childText_5" refType="h" fact="0.4999"/>
            </dgm:constrLst>
          </dgm:else>
        </dgm:choose>
      </dgm:if>
      <dgm:if name="Name22" axis="ch" ptType="node" func="cnt" op="equ" val="6">
        <dgm:alg type="composite">
          <dgm:param type="ar" val="2.4006"/>
        </dgm:alg>
        <dgm:shape xmlns:r="http://schemas.openxmlformats.org/officeDocument/2006/relationships" r:blip="">
          <dgm:adjLst/>
        </dgm:shape>
        <dgm:choose name="Name23">
          <dgm:if name="Name2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1" refType="w" fact="0"/>
              <dgm:constr type="t" for="ch" forName="accentShape_1" refType="h" fact="0"/>
              <dgm:constr type="w" for="ch" forName="accentShape_1" refType="w" fact="0.1473"/>
              <dgm:constr type="h" for="ch" forName="accentShape_1" refType="h"/>
              <dgm:constr type="l" for="ch" forName="accentShape_2" refType="w" fact="0.1608"/>
              <dgm:constr type="t" for="ch" forName="accentShape_2" refType="h" fact="0.1"/>
              <dgm:constr type="w" for="ch" forName="accentShape_2" refType="w" fact="0.1473"/>
              <dgm:constr type="h" for="ch" forName="accentShape_2" refType="h" fact="0.9"/>
              <dgm:constr type="l" for="ch" forName="accentShape_3" refType="w" fact="0.3216"/>
              <dgm:constr type="t" for="ch" forName="accentShape_3" refType="h" fact="0.2"/>
              <dgm:constr type="w" for="ch" forName="accentShape_3" refType="w" fact="0.1473"/>
              <dgm:constr type="h" for="ch" forName="accentShape_3" refType="h" fact="0.8"/>
              <dgm:constr type="l" for="ch" forName="accentShape_4" refType="w" fact="0.4824"/>
              <dgm:constr type="t" for="ch" forName="accentShape_4" refType="h" fact="0.3"/>
              <dgm:constr type="w" for="ch" forName="accentShape_4" refType="w" fact="0.1473"/>
              <dgm:constr type="h" for="ch" forName="accentShape_4" refType="h" fact="0.7"/>
              <dgm:constr type="l" for="ch" forName="accentShape_5" refType="w" fact="0.6432"/>
              <dgm:constr type="t" for="ch" forName="accentShape_5" refType="h" fact="0.4"/>
              <dgm:constr type="w" for="ch" forName="accentShape_5" refType="w" fact="0.1473"/>
              <dgm:constr type="h" for="ch" forName="accentShape_5" refType="h" fact="0.6"/>
              <dgm:constr type="l" for="ch" forName="accentShape_6" refType="w" fact="0.8056"/>
              <dgm:constr type="t" for="ch" forName="accentShape_6" refType="h" fact="0.5"/>
              <dgm:constr type="w" for="ch" forName="accentShape_6" refType="w" fact="0.1473"/>
              <dgm:constr type="h" for="ch" forName="accentShape_6" refType="h" fact="0.5"/>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3"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4"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5"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6"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1"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3"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4"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5"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6" refType="w" fact="0.9101"/>
              <dgm:constr type="t" for="ch" forName="parentText_6" refType="h" fact="0.5"/>
              <dgm:constr type="w" for="ch" forName="parentText_6" refType="w" refFor="ch" refForName="accentShape_6" fact="0.26"/>
              <dgm:constr type="h" for="ch" forName="parentText_6" refType="h" refFor="ch" refForName="accentShape_6" fact="0.9"/>
            </dgm:constrLst>
          </dgm:if>
          <dgm:else name="Name25">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6" refType="w" fact="0"/>
              <dgm:constr type="t" for="ch" forName="accentShape_1" refType="h" fact="0"/>
              <dgm:constr type="w" for="ch" forName="accentShape_1" refType="w" fact="0.1473"/>
              <dgm:constr type="h" for="ch" forName="accentShape_1" refType="h"/>
              <dgm:constr type="l" for="ch" forName="accentShape_5" refType="w" fact="0.1608"/>
              <dgm:constr type="t" for="ch" forName="accentShape_2" refType="h" fact="0.1"/>
              <dgm:constr type="w" for="ch" forName="accentShape_2" refType="w" fact="0.1473"/>
              <dgm:constr type="h" for="ch" forName="accentShape_2" refType="h" fact="0.9"/>
              <dgm:constr type="l" for="ch" forName="accentShape_4" refType="w" fact="0.3216"/>
              <dgm:constr type="t" for="ch" forName="accentShape_3" refType="h" fact="0.2"/>
              <dgm:constr type="w" for="ch" forName="accentShape_3" refType="w" fact="0.1473"/>
              <dgm:constr type="h" for="ch" forName="accentShape_3" refType="h" fact="0.8"/>
              <dgm:constr type="l" for="ch" forName="accentShape_3" refType="w" fact="0.4824"/>
              <dgm:constr type="t" for="ch" forName="accentShape_4" refType="h" fact="0.3"/>
              <dgm:constr type="w" for="ch" forName="accentShape_4" refType="w" fact="0.1473"/>
              <dgm:constr type="h" for="ch" forName="accentShape_4" refType="h" fact="0.7"/>
              <dgm:constr type="l" for="ch" forName="accentShape_2" refType="w" fact="0.6432"/>
              <dgm:constr type="t" for="ch" forName="accentShape_5" refType="h" fact="0.4"/>
              <dgm:constr type="w" for="ch" forName="accentShape_5" refType="w" fact="0.1473"/>
              <dgm:constr type="h" for="ch" forName="accentShape_5" refType="h" fact="0.6"/>
              <dgm:constr type="l" for="ch" forName="accentShape_1" refType="w" fact="0.8056"/>
              <dgm:constr type="t" for="ch" forName="accentShape_6" refType="h" fact="0.5"/>
              <dgm:constr type="w" for="ch" forName="accentShape_6" refType="w" fact="0.1473"/>
              <dgm:constr type="h" for="ch" forName="accentShape_6" refType="h" fact="0.5"/>
              <dgm:constr type="l" for="ch" forName="childText_6"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5"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4"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3"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2"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1"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6"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5"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4"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3"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2"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1" refType="w" fact="0.9101"/>
              <dgm:constr type="t" for="ch" forName="parentText_6" refType="h" fact="0.5"/>
              <dgm:constr type="w" for="ch" forName="parentText_6" refType="w" refFor="ch" refForName="accentShape_6" fact="0.26"/>
              <dgm:constr type="h" for="ch" forName="parentText_6" refType="h" refFor="ch" refForName="accentShape_6" fact="0.9"/>
            </dgm:constrLst>
          </dgm:else>
        </dgm:choose>
      </dgm:if>
      <dgm:else name="Name26">
        <dgm:alg type="composite">
          <dgm:param type="ar" val="2.7874"/>
        </dgm:alg>
        <dgm:shape xmlns:r="http://schemas.openxmlformats.org/officeDocument/2006/relationships" r:blip="">
          <dgm:adjLst/>
        </dgm:shape>
        <dgm:choose name="Name27">
          <dgm:if name="Name2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1" refType="w" fact="0"/>
              <dgm:constr type="t" for="ch" forName="accentShape_1" refType="h" fact="0"/>
              <dgm:constr type="w" for="ch" forName="accentShape_1" refType="w" fact="0.1269"/>
              <dgm:constr type="h" for="ch" forName="accentShape_1" refType="h"/>
              <dgm:constr type="l" for="ch" forName="accentShape_2" refType="w" fact="0.1385"/>
              <dgm:constr type="t" for="ch" forName="accentShape_2" refType="h" fact="0.0833"/>
              <dgm:constr type="w" for="ch" forName="accentShape_2" refType="w" fact="0.1269"/>
              <dgm:constr type="h" for="ch" forName="accentShape_2" refType="h" fact="0.9165"/>
              <dgm:constr type="l" for="ch" forName="accentShape_3"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5" refType="w" fact="0.5539"/>
              <dgm:constr type="t" for="ch" forName="accentShape_5" refType="h" fact="0.3332"/>
              <dgm:constr type="w" for="ch" forName="accentShape_5" refType="w" fact="0.1269"/>
              <dgm:constr type="h" for="ch" forName="accentShape_5" refType="h" fact="0.6666"/>
              <dgm:constr type="l" for="ch" forName="accentShape_6" refType="w" fact="0.6938"/>
              <dgm:constr type="t" for="ch" forName="accentShape_6" refType="h" fact="0.4165"/>
              <dgm:constr type="w" for="ch" forName="accentShape_6" refType="w" fact="0.1269"/>
              <dgm:constr type="h" for="ch" forName="accentShape_6" refType="h" fact="0.5833"/>
              <dgm:constr type="l" for="ch" forName="accentShape_7" refType="w" fact="0.8326"/>
              <dgm:constr type="t" for="ch" forName="accentShape_7" refType="h" fact="0.5"/>
              <dgm:constr type="w" for="ch" forName="accentShape_7" refType="w" fact="0.1269"/>
              <dgm:constr type="h" for="ch" forName="accentShape_7" refType="h" fact="0.5"/>
              <dgm:constr type="l" for="ch" forName="parentText_1"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3"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5"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6"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7"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3"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5"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6"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7" refType="w" fact="0.8326"/>
              <dgm:constr type="t" for="ch" forName="childText_7" refType="h" fact="0.5"/>
              <dgm:constr type="w" for="ch" forName="childText_7" refType="w" refFor="ch" refForName="accentShape_7" fact="0.7"/>
              <dgm:constr type="h" for="ch" forName="childText_7" refType="h" refFor="ch" refForName="accentShape_7"/>
            </dgm:constrLst>
          </dgm:if>
          <dgm:else name="Name2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7" refType="w" fact="0"/>
              <dgm:constr type="t" for="ch" forName="accentShape_1" refType="h" fact="0"/>
              <dgm:constr type="w" for="ch" forName="accentShape_1" refType="w" fact="0.1269"/>
              <dgm:constr type="h" for="ch" forName="accentShape_1" refType="h"/>
              <dgm:constr type="l" for="ch" forName="accentShape_6" refType="w" fact="0.1385"/>
              <dgm:constr type="t" for="ch" forName="accentShape_2" refType="h" fact="0.0833"/>
              <dgm:constr type="w" for="ch" forName="accentShape_2" refType="w" fact="0.1269"/>
              <dgm:constr type="h" for="ch" forName="accentShape_2" refType="h" fact="0.9165"/>
              <dgm:constr type="l" for="ch" forName="accentShape_5"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3" refType="w" fact="0.5539"/>
              <dgm:constr type="t" for="ch" forName="accentShape_5" refType="h" fact="0.3332"/>
              <dgm:constr type="w" for="ch" forName="accentShape_5" refType="w" fact="0.1269"/>
              <dgm:constr type="h" for="ch" forName="accentShape_5" refType="h" fact="0.6666"/>
              <dgm:constr type="l" for="ch" forName="accentShape_2" refType="w" fact="0.6938"/>
              <dgm:constr type="t" for="ch" forName="accentShape_6" refType="h" fact="0.4165"/>
              <dgm:constr type="w" for="ch" forName="accentShape_6" refType="w" fact="0.1269"/>
              <dgm:constr type="h" for="ch" forName="accentShape_6" refType="h" fact="0.5833"/>
              <dgm:constr type="l" for="ch" forName="accentShape_1" refType="w" fact="0.8326"/>
              <dgm:constr type="t" for="ch" forName="accentShape_7" refType="h" fact="0.5"/>
              <dgm:constr type="w" for="ch" forName="accentShape_7" refType="w" fact="0.1269"/>
              <dgm:constr type="h" for="ch" forName="accentShape_7" refType="h" fact="0.5"/>
              <dgm:constr type="l" for="ch" forName="parentText_7"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6"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5"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3"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2"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1"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7"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6"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5"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3"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2"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1" refType="w" fact="0.8326"/>
              <dgm:constr type="t" for="ch" forName="childText_7" refType="h" fact="0.5"/>
              <dgm:constr type="w" for="ch" forName="childText_7" refType="w" refFor="ch" refForName="accentShape_7" fact="0.7"/>
              <dgm:constr type="h" for="ch" forName="childText_7" refType="h" refFor="ch" refForName="accentShape_7"/>
            </dgm:constrLst>
          </dgm:else>
        </dgm:choose>
      </dgm:else>
    </dgm:choose>
    <dgm:forEach name="wrapper" axis="self" ptType="parTrans">
      <dgm:forEach name="accentRepeat" axis="self">
        <dgm:layoutNode name="imageRepeatNode" styleLbl="node1">
          <dgm:alg type="sp"/>
          <dgm:shape xmlns:r="http://schemas.openxmlformats.org/officeDocument/2006/relationships" type="rect" r:blip="" zOrderOff="-10">
            <dgm:adjLst/>
          </dgm:shape>
          <dgm:presOf axis="self"/>
        </dgm:layoutNode>
      </dgm:forEach>
    </dgm:forEach>
    <dgm:forEach name="Name30" axis="ch" ptType="node" cnt="1">
      <dgm:layoutNode name="parentText_1" styleLbl="node1">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1" styleLbl="node1">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1">
        <dgm:alg type="sp"/>
        <dgm:shape xmlns:r="http://schemas.openxmlformats.org/officeDocument/2006/relationships" r:blip="">
          <dgm:adjLst/>
        </dgm:shape>
        <dgm:presOf/>
        <dgm:constrLst/>
        <dgm:forEach name="Name31" ref="accentRepeat"/>
      </dgm:layoutNode>
    </dgm:forEach>
    <dgm:forEach name="Name32" axis="ch" ptType="node" st="2" cnt="1">
      <dgm:layoutNode name="parentText_2">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2">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2">
        <dgm:alg type="sp"/>
        <dgm:shape xmlns:r="http://schemas.openxmlformats.org/officeDocument/2006/relationships" r:blip="">
          <dgm:adjLst/>
        </dgm:shape>
        <dgm:presOf/>
        <dgm:constrLst/>
        <dgm:forEach name="Name33" ref="accentRepeat"/>
      </dgm:layoutNode>
    </dgm:forEach>
    <dgm:forEach name="Name34" axis="ch" ptType="node" st="3" cnt="1">
      <dgm:layoutNode name="parentText_3">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3">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3">
        <dgm:alg type="sp"/>
        <dgm:shape xmlns:r="http://schemas.openxmlformats.org/officeDocument/2006/relationships" r:blip="">
          <dgm:adjLst/>
        </dgm:shape>
        <dgm:presOf/>
        <dgm:constrLst/>
        <dgm:forEach name="Name35" ref="accentRepeat"/>
      </dgm:layoutNode>
    </dgm:forEach>
    <dgm:forEach name="Name36" axis="ch" ptType="node" st="4" cnt="1">
      <dgm:layoutNode name="parentText_4">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4">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4">
        <dgm:alg type="sp"/>
        <dgm:shape xmlns:r="http://schemas.openxmlformats.org/officeDocument/2006/relationships" r:blip="">
          <dgm:adjLst/>
        </dgm:shape>
        <dgm:presOf/>
        <dgm:constrLst/>
        <dgm:forEach name="Name37" ref="accentRepeat"/>
      </dgm:layoutNode>
    </dgm:forEach>
    <dgm:forEach name="Name38" axis="ch" ptType="node" st="5" cnt="1">
      <dgm:layoutNode name="parentText_5">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5">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5">
        <dgm:alg type="sp"/>
        <dgm:shape xmlns:r="http://schemas.openxmlformats.org/officeDocument/2006/relationships" r:blip="">
          <dgm:adjLst/>
        </dgm:shape>
        <dgm:presOf/>
        <dgm:constrLst/>
        <dgm:forEach name="Name39" ref="accentRepeat"/>
      </dgm:layoutNode>
    </dgm:forEach>
    <dgm:forEach name="Name40" axis="ch" ptType="node" st="6" cnt="1">
      <dgm:layoutNode name="parentText_6">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6">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6">
        <dgm:alg type="sp"/>
        <dgm:shape xmlns:r="http://schemas.openxmlformats.org/officeDocument/2006/relationships" r:blip="">
          <dgm:adjLst/>
        </dgm:shape>
        <dgm:presOf/>
        <dgm:constrLst/>
        <dgm:forEach name="Name41" ref="accentRepeat"/>
      </dgm:layoutNode>
    </dgm:forEach>
    <dgm:forEach name="Name42" axis="ch" ptType="node" st="7" cnt="1">
      <dgm:layoutNode name="parentText_7">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7">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7">
        <dgm:alg type="sp"/>
        <dgm:shape xmlns:r="http://schemas.openxmlformats.org/officeDocument/2006/relationships" r:blip="">
          <dgm:adjLst/>
        </dgm:shape>
        <dgm:presOf/>
        <dgm:constrLst/>
        <dgm:forEach name="Name43" ref="accentRepea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F8D80-7ED4-4896-843A-DA9181F2DB64}"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4E72CF-0D92-4A8A-A84D-AABF4CD16513}" type="slidenum">
              <a:rPr lang="en-US" smtClean="0"/>
              <a:t>‹#›</a:t>
            </a:fld>
            <a:endParaRPr lang="en-US"/>
          </a:p>
        </p:txBody>
      </p:sp>
    </p:spTree>
    <p:extLst>
      <p:ext uri="{BB962C8B-B14F-4D97-AF65-F5344CB8AC3E}">
        <p14:creationId xmlns:p14="http://schemas.microsoft.com/office/powerpoint/2010/main" val="3634917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12C717-DEFF-4591-922A-8850A1843482}" type="slidenum">
              <a:rPr lang="en-US" smtClean="0"/>
              <a:t>8</a:t>
            </a:fld>
            <a:endParaRPr lang="en-US"/>
          </a:p>
        </p:txBody>
      </p:sp>
    </p:spTree>
    <p:extLst>
      <p:ext uri="{BB962C8B-B14F-4D97-AF65-F5344CB8AC3E}">
        <p14:creationId xmlns:p14="http://schemas.microsoft.com/office/powerpoint/2010/main" val="988014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0DD3CC-26B4-41EC-BE52-52342EEACF54}"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1729855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0DD3CC-26B4-41EC-BE52-52342EEACF54}"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1250162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0DD3CC-26B4-41EC-BE52-52342EEACF54}"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4212395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0DD3CC-26B4-41EC-BE52-52342EEACF54}"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766684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0DD3CC-26B4-41EC-BE52-52342EEACF54}" type="datetimeFigureOut">
              <a:rPr lang="en-US" smtClean="0"/>
              <a:t>6/12/2024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145913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0DD3CC-26B4-41EC-BE52-52342EEACF54}" type="datetimeFigureOut">
              <a:rPr lang="en-US" smtClean="0"/>
              <a:t>6/12/2024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1449099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0DD3CC-26B4-41EC-BE52-52342EEACF54}" type="datetimeFigureOut">
              <a:rPr lang="en-US" smtClean="0"/>
              <a:t>6/12/2024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3159790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0DD3CC-26B4-41EC-BE52-52342EEACF54}"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972011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0DD3CC-26B4-41EC-BE52-52342EEACF54}"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2197219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0DD3CC-26B4-41EC-BE52-52342EEACF54}"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1758323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0DD3CC-26B4-41EC-BE52-52342EEACF54}"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ED5AA1B-7C19-42A3-89EC-D26EB8236ED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70332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C0DD3CC-26B4-41EC-BE52-52342EEACF54}"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151286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C0DD3CC-26B4-41EC-BE52-52342EEACF54}"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D5AA1B-7C19-42A3-89EC-D26EB8236ED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66249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C0DD3CC-26B4-41EC-BE52-52342EEACF54}" type="datetimeFigureOut">
              <a:rPr lang="en-US" smtClean="0"/>
              <a:t>6/12/2024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1441164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0DD3CC-26B4-41EC-BE52-52342EEACF54}"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2201866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0DD3CC-26B4-41EC-BE52-52342EEACF54}" type="datetimeFigureOut">
              <a:rPr lang="en-US" smtClean="0"/>
              <a:t>6/12/2024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ED5AA1B-7C19-42A3-89EC-D26EB8236EDD}" type="slidenum">
              <a:rPr lang="en-US" smtClean="0"/>
              <a:t>‹#›</a:t>
            </a:fld>
            <a:endParaRPr lang="en-US"/>
          </a:p>
        </p:txBody>
      </p:sp>
    </p:spTree>
    <p:extLst>
      <p:ext uri="{BB962C8B-B14F-4D97-AF65-F5344CB8AC3E}">
        <p14:creationId xmlns:p14="http://schemas.microsoft.com/office/powerpoint/2010/main" val="2656206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7934625-CA8E-9631-0CD7-930ACEC8C384}"/>
              </a:ext>
            </a:extLst>
          </p:cNvPr>
          <p:cNvSpPr>
            <a:spLocks noGrp="1"/>
          </p:cNvSpPr>
          <p:nvPr>
            <p:ph type="sldNum" sz="quarter" idx="12"/>
          </p:nvPr>
        </p:nvSpPr>
        <p:spPr>
          <a:xfrm>
            <a:off x="4724400" y="6343650"/>
            <a:ext cx="2743200" cy="255905"/>
          </a:xfrm>
          <a:prstGeom prst="rect">
            <a:avLst/>
          </a:prstGeom>
        </p:spPr>
        <p:txBody>
          <a:bodyPr/>
          <a:lstStyle>
            <a:lvl1pPr algn="ctr">
              <a:defRPr sz="1400">
                <a:solidFill>
                  <a:schemeClr val="tx1">
                    <a:lumMod val="85000"/>
                    <a:lumOff val="15000"/>
                  </a:schemeClr>
                </a:solidFill>
                <a:cs typeface="B Titr" panose="00000700000000000000" pitchFamily="2" charset="-78"/>
              </a:defRPr>
            </a:lvl1pPr>
          </a:lstStyle>
          <a:p>
            <a:fld id="{E6BD3B4E-8A99-48AF-BC36-7FCDC933E81C}" type="slidenum">
              <a:rPr lang="en-US" smtClean="0"/>
              <a:pPr/>
              <a:t>‹#›</a:t>
            </a:fld>
            <a:endParaRPr lang="en-US" dirty="0"/>
          </a:p>
        </p:txBody>
      </p:sp>
    </p:spTree>
    <p:extLst>
      <p:ext uri="{BB962C8B-B14F-4D97-AF65-F5344CB8AC3E}">
        <p14:creationId xmlns:p14="http://schemas.microsoft.com/office/powerpoint/2010/main" val="374747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C0DD3CC-26B4-41EC-BE52-52342EEACF54}" type="datetimeFigureOut">
              <a:rPr lang="en-US" smtClean="0"/>
              <a:t>6/12/2024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ED5AA1B-7C19-42A3-89EC-D26EB8236EDD}" type="slidenum">
              <a:rPr lang="en-US" smtClean="0"/>
              <a:t>‹#›</a:t>
            </a:fld>
            <a:endParaRPr lang="en-US"/>
          </a:p>
        </p:txBody>
      </p:sp>
    </p:spTree>
    <p:extLst>
      <p:ext uri="{BB962C8B-B14F-4D97-AF65-F5344CB8AC3E}">
        <p14:creationId xmlns:p14="http://schemas.microsoft.com/office/powerpoint/2010/main" val="244600760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hyperlink" Target="https://scholar.google.com/citations?user=kG-dn38AAAAJ&amp;hl=en&amp;oi=sra"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345281-6D82-A283-A896-8102557A7294}"/>
              </a:ext>
            </a:extLst>
          </p:cNvPr>
          <p:cNvPicPr>
            <a:picLocks noChangeAspect="1"/>
          </p:cNvPicPr>
          <p:nvPr/>
        </p:nvPicPr>
        <p:blipFill>
          <a:blip r:embed="rId2"/>
          <a:stretch>
            <a:fillRect/>
          </a:stretch>
        </p:blipFill>
        <p:spPr>
          <a:xfrm>
            <a:off x="10668779" y="290946"/>
            <a:ext cx="1032291" cy="1529542"/>
          </a:xfrm>
          <a:prstGeom prst="rect">
            <a:avLst/>
          </a:prstGeom>
        </p:spPr>
      </p:pic>
      <p:sp>
        <p:nvSpPr>
          <p:cNvPr id="6" name="TextBox 5">
            <a:extLst>
              <a:ext uri="{FF2B5EF4-FFF2-40B4-BE49-F238E27FC236}">
                <a16:creationId xmlns:a16="http://schemas.microsoft.com/office/drawing/2014/main" id="{A5A84A4A-05D0-12C0-5A53-664076E12860}"/>
              </a:ext>
            </a:extLst>
          </p:cNvPr>
          <p:cNvSpPr txBox="1"/>
          <p:nvPr/>
        </p:nvSpPr>
        <p:spPr>
          <a:xfrm>
            <a:off x="2446712" y="844123"/>
            <a:ext cx="7736379" cy="4524315"/>
          </a:xfrm>
          <a:prstGeom prst="rect">
            <a:avLst/>
          </a:prstGeom>
          <a:noFill/>
        </p:spPr>
        <p:txBody>
          <a:bodyPr wrap="square">
            <a:spAutoFit/>
          </a:bodyPr>
          <a:lstStyle/>
          <a:p>
            <a:pPr algn="r"/>
            <a:endParaRPr lang="en-US" dirty="0"/>
          </a:p>
          <a:p>
            <a:pPr algn="r"/>
            <a:r>
              <a:rPr lang="fa-IR" dirty="0"/>
              <a:t>نام درس:</a:t>
            </a:r>
          </a:p>
          <a:p>
            <a:pPr algn="r"/>
            <a:r>
              <a:rPr lang="fa-IR" dirty="0"/>
              <a:t>مباحثی در علوم کامپیوتر</a:t>
            </a:r>
          </a:p>
          <a:p>
            <a:pPr algn="r"/>
            <a:endParaRPr lang="en-US" dirty="0"/>
          </a:p>
          <a:p>
            <a:pPr algn="r"/>
            <a:endParaRPr lang="en-US" dirty="0"/>
          </a:p>
          <a:p>
            <a:pPr algn="r"/>
            <a:endParaRPr lang="en-US" dirty="0"/>
          </a:p>
          <a:p>
            <a:pPr algn="r"/>
            <a:r>
              <a:rPr lang="fa-IR" dirty="0"/>
              <a:t>عنوان ارائه:</a:t>
            </a:r>
          </a:p>
          <a:p>
            <a:pPr algn="r"/>
            <a:endParaRPr lang="fa-IR" dirty="0"/>
          </a:p>
          <a:p>
            <a:pPr algn="r" rtl="1"/>
            <a:r>
              <a:rPr lang="fa-IR" sz="1800" dirty="0">
                <a:latin typeface="B titr"/>
              </a:rPr>
              <a:t>فرصت ها و خطرات </a:t>
            </a:r>
            <a:r>
              <a:rPr lang="fa-IR" sz="1800" dirty="0">
                <a:latin typeface="B titr"/>
                <a:cs typeface="+mn-cs"/>
              </a:rPr>
              <a:t>فناوری های </a:t>
            </a:r>
            <a:r>
              <a:rPr lang="fa-IR" sz="1800" dirty="0">
                <a:latin typeface="B titr"/>
              </a:rPr>
              <a:t>اینترنت اشیا </a:t>
            </a:r>
            <a:r>
              <a:rPr lang="en-US" sz="1800" dirty="0">
                <a:latin typeface="B titr"/>
              </a:rPr>
              <a:t>(IoT) </a:t>
            </a:r>
            <a:r>
              <a:rPr lang="fa-IR" sz="1800" dirty="0">
                <a:latin typeface="B titr"/>
              </a:rPr>
              <a:t>برای مدل های کسب و کار چرخشی</a:t>
            </a:r>
            <a:br>
              <a:rPr lang="fa-IR" sz="1800" dirty="0">
                <a:latin typeface="B titr"/>
              </a:rPr>
            </a:br>
            <a:endParaRPr lang="en-US" dirty="0"/>
          </a:p>
          <a:p>
            <a:endParaRPr lang="fa-IR" dirty="0"/>
          </a:p>
          <a:p>
            <a:pPr algn="r"/>
            <a:r>
              <a:rPr lang="fa-IR" dirty="0"/>
              <a:t>نام استاد:</a:t>
            </a:r>
          </a:p>
          <a:p>
            <a:pPr algn="r"/>
            <a:r>
              <a:rPr lang="fa-IR" dirty="0"/>
              <a:t>سرکارخانم دکتر آزیتا شیرازی پور</a:t>
            </a:r>
          </a:p>
          <a:p>
            <a:endParaRPr lang="fa-IR" dirty="0"/>
          </a:p>
          <a:p>
            <a:pPr algn="r"/>
            <a:endParaRPr lang="en-US" dirty="0"/>
          </a:p>
        </p:txBody>
      </p:sp>
      <p:sp>
        <p:nvSpPr>
          <p:cNvPr id="7" name="Rectangle: Rounded Corners 6">
            <a:extLst>
              <a:ext uri="{FF2B5EF4-FFF2-40B4-BE49-F238E27FC236}">
                <a16:creationId xmlns:a16="http://schemas.microsoft.com/office/drawing/2014/main" id="{301DFF63-CF28-933B-6DE5-5F8B1E13A9CE}"/>
              </a:ext>
            </a:extLst>
          </p:cNvPr>
          <p:cNvSpPr/>
          <p:nvPr/>
        </p:nvSpPr>
        <p:spPr>
          <a:xfrm>
            <a:off x="1689075" y="5611092"/>
            <a:ext cx="2558728" cy="95596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solidFill>
                  <a:schemeClr val="tx1"/>
                </a:solidFill>
              </a:rPr>
              <a:t>سپهر سیدی</a:t>
            </a:r>
          </a:p>
          <a:p>
            <a:pPr algn="ctr"/>
            <a:endParaRPr lang="fa-IR" dirty="0">
              <a:solidFill>
                <a:schemeClr val="tx1"/>
              </a:solidFill>
            </a:endParaRPr>
          </a:p>
          <a:p>
            <a:pPr algn="ctr"/>
            <a:r>
              <a:rPr lang="fa-IR" dirty="0">
                <a:solidFill>
                  <a:schemeClr val="tx1"/>
                </a:solidFill>
              </a:rPr>
              <a:t>خرداد ماه 1403</a:t>
            </a:r>
          </a:p>
        </p:txBody>
      </p:sp>
    </p:spTree>
    <p:extLst>
      <p:ext uri="{BB962C8B-B14F-4D97-AF65-F5344CB8AC3E}">
        <p14:creationId xmlns:p14="http://schemas.microsoft.com/office/powerpoint/2010/main" val="769867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20">
            <a:extLst>
              <a:ext uri="{FF2B5EF4-FFF2-40B4-BE49-F238E27FC236}">
                <a16:creationId xmlns:a16="http://schemas.microsoft.com/office/drawing/2014/main" id="{DEB3F80C-13E0-C011-CB41-68C80B0FFC1D}"/>
              </a:ext>
            </a:extLst>
          </p:cNvPr>
          <p:cNvPicPr>
            <a:picLocks noChangeAspect="1"/>
          </p:cNvPicPr>
          <p:nvPr/>
        </p:nvPicPr>
        <p:blipFill rotWithShape="1">
          <a:blip r:embed="rId2">
            <a:extLst>
              <a:ext uri="{28A0092B-C50C-407E-A947-70E740481C1C}">
                <a14:useLocalDpi xmlns:a14="http://schemas.microsoft.com/office/drawing/2010/main" val="0"/>
              </a:ext>
            </a:extLst>
          </a:blip>
          <a:srcRect r="64405" b="57213"/>
          <a:stretch/>
        </p:blipFill>
        <p:spPr>
          <a:xfrm>
            <a:off x="213668" y="317160"/>
            <a:ext cx="1702011" cy="1169079"/>
          </a:xfrm>
          <a:prstGeom prst="rect">
            <a:avLst/>
          </a:prstGeom>
        </p:spPr>
      </p:pic>
      <p:pic>
        <p:nvPicPr>
          <p:cNvPr id="3" name="그림 21">
            <a:extLst>
              <a:ext uri="{FF2B5EF4-FFF2-40B4-BE49-F238E27FC236}">
                <a16:creationId xmlns:a16="http://schemas.microsoft.com/office/drawing/2014/main" id="{B38C3CD5-9CE3-A185-BBDA-824F70D05D23}"/>
              </a:ext>
            </a:extLst>
          </p:cNvPr>
          <p:cNvPicPr>
            <a:picLocks noChangeAspect="1"/>
          </p:cNvPicPr>
          <p:nvPr/>
        </p:nvPicPr>
        <p:blipFill rotWithShape="1">
          <a:blip r:embed="rId2">
            <a:extLst>
              <a:ext uri="{28A0092B-C50C-407E-A947-70E740481C1C}">
                <a14:useLocalDpi xmlns:a14="http://schemas.microsoft.com/office/drawing/2010/main" val="0"/>
              </a:ext>
            </a:extLst>
          </a:blip>
          <a:srcRect l="73567" b="65649"/>
          <a:stretch/>
        </p:blipFill>
        <p:spPr>
          <a:xfrm>
            <a:off x="10229211" y="5608146"/>
            <a:ext cx="1263929" cy="938582"/>
          </a:xfrm>
          <a:prstGeom prst="rect">
            <a:avLst/>
          </a:prstGeom>
        </p:spPr>
      </p:pic>
      <p:pic>
        <p:nvPicPr>
          <p:cNvPr id="4" name="그림 22">
            <a:extLst>
              <a:ext uri="{FF2B5EF4-FFF2-40B4-BE49-F238E27FC236}">
                <a16:creationId xmlns:a16="http://schemas.microsoft.com/office/drawing/2014/main" id="{ED940461-CF80-4EA4-BBBC-16BB6629D525}"/>
              </a:ext>
            </a:extLst>
          </p:cNvPr>
          <p:cNvPicPr>
            <a:picLocks noChangeAspect="1"/>
          </p:cNvPicPr>
          <p:nvPr/>
        </p:nvPicPr>
        <p:blipFill rotWithShape="1">
          <a:blip r:embed="rId3">
            <a:extLst>
              <a:ext uri="{28A0092B-C50C-407E-A947-70E740481C1C}">
                <a14:useLocalDpi xmlns:a14="http://schemas.microsoft.com/office/drawing/2010/main" val="0"/>
              </a:ext>
            </a:extLst>
          </a:blip>
          <a:srcRect r="44274" b="39805"/>
          <a:stretch/>
        </p:blipFill>
        <p:spPr>
          <a:xfrm>
            <a:off x="9479224" y="4847453"/>
            <a:ext cx="2589530" cy="1874550"/>
          </a:xfrm>
          <a:prstGeom prst="rect">
            <a:avLst/>
          </a:prstGeom>
        </p:spPr>
      </p:pic>
      <p:pic>
        <p:nvPicPr>
          <p:cNvPr id="5" name="그림 27">
            <a:extLst>
              <a:ext uri="{FF2B5EF4-FFF2-40B4-BE49-F238E27FC236}">
                <a16:creationId xmlns:a16="http://schemas.microsoft.com/office/drawing/2014/main" id="{4AFEF9D8-97CF-F532-CF5D-DB1A5316B39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7132" y="5108276"/>
            <a:ext cx="1607802" cy="1749724"/>
          </a:xfrm>
          <a:prstGeom prst="rect">
            <a:avLst/>
          </a:prstGeom>
        </p:spPr>
      </p:pic>
      <p:sp>
        <p:nvSpPr>
          <p:cNvPr id="6" name="그래픽 1">
            <a:extLst>
              <a:ext uri="{FF2B5EF4-FFF2-40B4-BE49-F238E27FC236}">
                <a16:creationId xmlns:a16="http://schemas.microsoft.com/office/drawing/2014/main" id="{8B7F83A8-4807-D26A-081A-01519C953874}"/>
              </a:ext>
            </a:extLst>
          </p:cNvPr>
          <p:cNvSpPr/>
          <p:nvPr/>
        </p:nvSpPr>
        <p:spPr>
          <a:xfrm>
            <a:off x="1781001" y="2468459"/>
            <a:ext cx="10975994" cy="1065331"/>
          </a:xfrm>
          <a:custGeom>
            <a:avLst/>
            <a:gdLst>
              <a:gd name="connsiteX0" fmla="*/ 95250 w 10315575"/>
              <a:gd name="connsiteY0" fmla="*/ 501110 h 647700"/>
              <a:gd name="connsiteX1" fmla="*/ 369760 w 10315575"/>
              <a:gd name="connsiteY1" fmla="*/ 557593 h 647700"/>
              <a:gd name="connsiteX2" fmla="*/ 1400080 w 10315575"/>
              <a:gd name="connsiteY2" fmla="*/ 95250 h 647700"/>
              <a:gd name="connsiteX3" fmla="*/ 2430399 w 10315575"/>
              <a:gd name="connsiteY3" fmla="*/ 557689 h 647700"/>
              <a:gd name="connsiteX4" fmla="*/ 3460718 w 10315575"/>
              <a:gd name="connsiteY4" fmla="*/ 95250 h 647700"/>
              <a:gd name="connsiteX5" fmla="*/ 4491037 w 10315575"/>
              <a:gd name="connsiteY5" fmla="*/ 557689 h 647700"/>
              <a:gd name="connsiteX6" fmla="*/ 5521452 w 10315575"/>
              <a:gd name="connsiteY6" fmla="*/ 95250 h 647700"/>
              <a:gd name="connsiteX7" fmla="*/ 6551771 w 10315575"/>
              <a:gd name="connsiteY7" fmla="*/ 557689 h 647700"/>
              <a:gd name="connsiteX8" fmla="*/ 7581995 w 10315575"/>
              <a:gd name="connsiteY8" fmla="*/ 95250 h 647700"/>
              <a:gd name="connsiteX9" fmla="*/ 8612314 w 10315575"/>
              <a:gd name="connsiteY9" fmla="*/ 557689 h 647700"/>
              <a:gd name="connsiteX10" fmla="*/ 9642633 w 10315575"/>
              <a:gd name="connsiteY10" fmla="*/ 95250 h 647700"/>
              <a:gd name="connsiteX11" fmla="*/ 10229659 w 10315575"/>
              <a:gd name="connsiteY11" fmla="*/ 389572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15575" h="647700">
                <a:moveTo>
                  <a:pt x="95250" y="501110"/>
                </a:moveTo>
                <a:cubicBezTo>
                  <a:pt x="169354" y="535591"/>
                  <a:pt x="257270" y="557593"/>
                  <a:pt x="369760" y="557593"/>
                </a:cubicBezTo>
                <a:cubicBezTo>
                  <a:pt x="884872" y="557689"/>
                  <a:pt x="884872" y="95250"/>
                  <a:pt x="1400080" y="95250"/>
                </a:cubicBezTo>
                <a:cubicBezTo>
                  <a:pt x="1915287" y="95250"/>
                  <a:pt x="1915287" y="557689"/>
                  <a:pt x="2430399" y="557689"/>
                </a:cubicBezTo>
                <a:cubicBezTo>
                  <a:pt x="2945606" y="557689"/>
                  <a:pt x="2945606" y="95250"/>
                  <a:pt x="3460718" y="95250"/>
                </a:cubicBezTo>
                <a:cubicBezTo>
                  <a:pt x="3975925" y="95250"/>
                  <a:pt x="3975925" y="557689"/>
                  <a:pt x="4491037" y="557689"/>
                </a:cubicBezTo>
                <a:cubicBezTo>
                  <a:pt x="5006245" y="557689"/>
                  <a:pt x="5006245" y="95250"/>
                  <a:pt x="5521452" y="95250"/>
                </a:cubicBezTo>
                <a:cubicBezTo>
                  <a:pt x="6036659" y="95250"/>
                  <a:pt x="6036659" y="557689"/>
                  <a:pt x="6551771" y="557689"/>
                </a:cubicBezTo>
                <a:cubicBezTo>
                  <a:pt x="7066883" y="557689"/>
                  <a:pt x="7066883" y="95250"/>
                  <a:pt x="7581995" y="95250"/>
                </a:cubicBezTo>
                <a:cubicBezTo>
                  <a:pt x="8097202" y="95250"/>
                  <a:pt x="8097202" y="557689"/>
                  <a:pt x="8612314" y="557689"/>
                </a:cubicBezTo>
                <a:cubicBezTo>
                  <a:pt x="9127426" y="557689"/>
                  <a:pt x="9127426" y="95250"/>
                  <a:pt x="9642633" y="95250"/>
                </a:cubicBezTo>
                <a:cubicBezTo>
                  <a:pt x="9947624" y="95250"/>
                  <a:pt x="10072021" y="257365"/>
                  <a:pt x="10229659" y="389572"/>
                </a:cubicBezTo>
              </a:path>
            </a:pathLst>
          </a:custGeom>
          <a:ln w="25400" cap="rnd">
            <a:solidFill>
              <a:srgbClr val="FB5B6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endParaRPr lang="ko-KR" altLang="en-US">
              <a:latin typeface="Arial" panose="020B0604020202020204" pitchFamily="34" charset="0"/>
              <a:cs typeface="Arial" panose="020B0604020202020204" pitchFamily="34" charset="0"/>
            </a:endParaRPr>
          </a:p>
        </p:txBody>
      </p:sp>
      <p:sp>
        <p:nvSpPr>
          <p:cNvPr id="7" name="타원 17">
            <a:extLst>
              <a:ext uri="{FF2B5EF4-FFF2-40B4-BE49-F238E27FC236}">
                <a16:creationId xmlns:a16="http://schemas.microsoft.com/office/drawing/2014/main" id="{AE66D376-9E71-356A-E9A0-49BDBADB8159}"/>
              </a:ext>
            </a:extLst>
          </p:cNvPr>
          <p:cNvSpPr/>
          <p:nvPr/>
        </p:nvSpPr>
        <p:spPr>
          <a:xfrm>
            <a:off x="1508644" y="2055118"/>
            <a:ext cx="1083248" cy="1083248"/>
          </a:xfrm>
          <a:prstGeom prst="ellipse">
            <a:avLst/>
          </a:prstGeom>
          <a:solidFill>
            <a:schemeClr val="bg1"/>
          </a:solidFill>
          <a:ln w="127000" cap="rnd">
            <a:solidFill>
              <a:srgbClr val="FB5B6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a-IR" altLang="ko-KR" sz="2000" dirty="0">
                <a:latin typeface="Arial" panose="020B0604020202020204" pitchFamily="34" charset="0"/>
                <a:cs typeface="B Titr" panose="00000700000000000000" pitchFamily="2" charset="-78"/>
              </a:rPr>
              <a:t>4</a:t>
            </a:r>
            <a:endParaRPr lang="ko-KR" altLang="en-US" sz="2000" dirty="0">
              <a:latin typeface="Arial" panose="020B0604020202020204" pitchFamily="34" charset="0"/>
              <a:cs typeface="B Titr" panose="00000700000000000000" pitchFamily="2" charset="-78"/>
            </a:endParaRPr>
          </a:p>
        </p:txBody>
      </p:sp>
      <p:sp>
        <p:nvSpPr>
          <p:cNvPr id="8" name="타원 18">
            <a:extLst>
              <a:ext uri="{FF2B5EF4-FFF2-40B4-BE49-F238E27FC236}">
                <a16:creationId xmlns:a16="http://schemas.microsoft.com/office/drawing/2014/main" id="{AEE0F410-B6C2-359F-E20B-51E2A8D53FCE}"/>
              </a:ext>
            </a:extLst>
          </p:cNvPr>
          <p:cNvSpPr/>
          <p:nvPr/>
        </p:nvSpPr>
        <p:spPr>
          <a:xfrm>
            <a:off x="4179770" y="3379910"/>
            <a:ext cx="1083248" cy="1083248"/>
          </a:xfrm>
          <a:prstGeom prst="ellipse">
            <a:avLst/>
          </a:prstGeom>
          <a:solidFill>
            <a:schemeClr val="bg1"/>
          </a:solidFill>
          <a:ln w="127000" cap="rnd">
            <a:solidFill>
              <a:srgbClr val="FB5B6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a-IR" altLang="ko-KR" sz="2000" dirty="0">
                <a:latin typeface="Arial" panose="020B0604020202020204" pitchFamily="34" charset="0"/>
                <a:cs typeface="B Titr" panose="00000700000000000000" pitchFamily="2" charset="-78"/>
              </a:rPr>
              <a:t>3</a:t>
            </a:r>
            <a:endParaRPr lang="ko-KR" altLang="en-US" sz="2000" dirty="0">
              <a:latin typeface="Arial" panose="020B0604020202020204" pitchFamily="34" charset="0"/>
              <a:cs typeface="B Titr" panose="00000700000000000000" pitchFamily="2" charset="-78"/>
            </a:endParaRPr>
          </a:p>
        </p:txBody>
      </p:sp>
      <p:sp>
        <p:nvSpPr>
          <p:cNvPr id="9" name="타원 19">
            <a:extLst>
              <a:ext uri="{FF2B5EF4-FFF2-40B4-BE49-F238E27FC236}">
                <a16:creationId xmlns:a16="http://schemas.microsoft.com/office/drawing/2014/main" id="{410F2B2F-5172-AA14-6EB6-299C48B8F54F}"/>
              </a:ext>
            </a:extLst>
          </p:cNvPr>
          <p:cNvSpPr/>
          <p:nvPr/>
        </p:nvSpPr>
        <p:spPr>
          <a:xfrm>
            <a:off x="6826312" y="2055118"/>
            <a:ext cx="1083248" cy="1083248"/>
          </a:xfrm>
          <a:prstGeom prst="ellipse">
            <a:avLst/>
          </a:prstGeom>
          <a:solidFill>
            <a:schemeClr val="bg1"/>
          </a:solidFill>
          <a:ln w="127000" cap="rnd">
            <a:solidFill>
              <a:srgbClr val="FB5B6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a-IR" altLang="ko-KR" sz="2000" dirty="0">
                <a:latin typeface="Arial" panose="020B0604020202020204" pitchFamily="34" charset="0"/>
                <a:cs typeface="B Titr" panose="00000700000000000000" pitchFamily="2" charset="-78"/>
              </a:rPr>
              <a:t>2</a:t>
            </a:r>
            <a:endParaRPr lang="ko-KR" altLang="en-US" sz="2000" dirty="0">
              <a:latin typeface="Arial" panose="020B0604020202020204" pitchFamily="34" charset="0"/>
              <a:cs typeface="B Titr" panose="00000700000000000000" pitchFamily="2" charset="-78"/>
            </a:endParaRPr>
          </a:p>
        </p:txBody>
      </p:sp>
      <p:sp>
        <p:nvSpPr>
          <p:cNvPr id="10" name="타원 20">
            <a:extLst>
              <a:ext uri="{FF2B5EF4-FFF2-40B4-BE49-F238E27FC236}">
                <a16:creationId xmlns:a16="http://schemas.microsoft.com/office/drawing/2014/main" id="{A8DCFC50-5F59-0E6C-C77A-466826A04EEA}"/>
              </a:ext>
            </a:extLst>
          </p:cNvPr>
          <p:cNvSpPr/>
          <p:nvPr/>
        </p:nvSpPr>
        <p:spPr>
          <a:xfrm>
            <a:off x="9411272" y="3379910"/>
            <a:ext cx="1083248" cy="1083248"/>
          </a:xfrm>
          <a:prstGeom prst="ellipse">
            <a:avLst/>
          </a:prstGeom>
          <a:solidFill>
            <a:schemeClr val="bg1"/>
          </a:solidFill>
          <a:ln w="127000" cap="rnd">
            <a:solidFill>
              <a:srgbClr val="FB5B6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a-IR" altLang="ko-KR" sz="2000" dirty="0">
                <a:latin typeface="Arial" panose="020B0604020202020204" pitchFamily="34" charset="0"/>
                <a:cs typeface="B Titr" panose="00000700000000000000" pitchFamily="2" charset="-78"/>
              </a:rPr>
              <a:t>1</a:t>
            </a:r>
            <a:endParaRPr lang="ko-KR" altLang="en-US" sz="2000" dirty="0">
              <a:latin typeface="Arial" panose="020B0604020202020204" pitchFamily="34" charset="0"/>
              <a:cs typeface="B Titr" panose="00000700000000000000" pitchFamily="2" charset="-78"/>
            </a:endParaRPr>
          </a:p>
        </p:txBody>
      </p:sp>
      <p:sp>
        <p:nvSpPr>
          <p:cNvPr id="13" name="TextBox 12">
            <a:extLst>
              <a:ext uri="{FF2B5EF4-FFF2-40B4-BE49-F238E27FC236}">
                <a16:creationId xmlns:a16="http://schemas.microsoft.com/office/drawing/2014/main" id="{BE26CDEA-7D31-07D7-070C-463CBFC3526D}"/>
              </a:ext>
            </a:extLst>
          </p:cNvPr>
          <p:cNvSpPr txBox="1"/>
          <p:nvPr/>
        </p:nvSpPr>
        <p:spPr>
          <a:xfrm>
            <a:off x="8720405" y="4652372"/>
            <a:ext cx="2231057" cy="724750"/>
          </a:xfrm>
          <a:prstGeom prst="rect">
            <a:avLst/>
          </a:prstGeom>
          <a:noFill/>
        </p:spPr>
        <p:txBody>
          <a:bodyPr wrap="square" rtlCol="0">
            <a:spAutoFit/>
          </a:bodyPr>
          <a:lstStyle/>
          <a:p>
            <a:pPr marL="0" marR="0" algn="r" rtl="1">
              <a:lnSpc>
                <a:spcPct val="107000"/>
              </a:lnSpc>
              <a:spcBef>
                <a:spcPts val="0"/>
              </a:spcBef>
              <a:spcAft>
                <a:spcPts val="800"/>
              </a:spcAft>
            </a:pPr>
            <a:r>
              <a:rPr lang="ar-SA" sz="2000" dirty="0">
                <a:solidFill>
                  <a:schemeClr val="tx1">
                    <a:lumMod val="85000"/>
                    <a:lumOff val="15000"/>
                  </a:schemeClr>
                </a:solidFill>
                <a:latin typeface="+mj-lt"/>
                <a:ea typeface="+mj-ea"/>
                <a:cs typeface="+mj-cs"/>
              </a:rPr>
              <a:t>پتانسیل های فناوری </a:t>
            </a:r>
            <a:r>
              <a:rPr lang="en-US" sz="2000" dirty="0">
                <a:solidFill>
                  <a:schemeClr val="tx1">
                    <a:lumMod val="85000"/>
                    <a:lumOff val="15000"/>
                  </a:schemeClr>
                </a:solidFill>
                <a:latin typeface="+mj-lt"/>
                <a:ea typeface="+mj-ea"/>
                <a:cs typeface="+mj-cs"/>
              </a:rPr>
              <a:t>IoT</a:t>
            </a:r>
          </a:p>
        </p:txBody>
      </p:sp>
      <p:sp>
        <p:nvSpPr>
          <p:cNvPr id="14" name="TextBox 13">
            <a:extLst>
              <a:ext uri="{FF2B5EF4-FFF2-40B4-BE49-F238E27FC236}">
                <a16:creationId xmlns:a16="http://schemas.microsoft.com/office/drawing/2014/main" id="{009B95CC-7957-7A32-CC74-2CDFC0BEE68D}"/>
              </a:ext>
            </a:extLst>
          </p:cNvPr>
          <p:cNvSpPr txBox="1"/>
          <p:nvPr/>
        </p:nvSpPr>
        <p:spPr>
          <a:xfrm>
            <a:off x="6291502" y="3497602"/>
            <a:ext cx="2352196" cy="400110"/>
          </a:xfrm>
          <a:prstGeom prst="rect">
            <a:avLst/>
          </a:prstGeom>
          <a:noFill/>
        </p:spPr>
        <p:txBody>
          <a:bodyPr wrap="square" rtlCol="0">
            <a:spAutoFit/>
          </a:bodyPr>
          <a:lstStyle/>
          <a:p>
            <a:pPr algn="ctr" rtl="1"/>
            <a:r>
              <a:rPr lang="fa-IR" sz="2000" dirty="0">
                <a:solidFill>
                  <a:schemeClr val="tx1">
                    <a:lumMod val="85000"/>
                    <a:lumOff val="15000"/>
                  </a:schemeClr>
                </a:solidFill>
                <a:latin typeface="+mj-lt"/>
                <a:ea typeface="+mj-ea"/>
                <a:cs typeface="+mj-cs"/>
              </a:rPr>
              <a:t>معرفی</a:t>
            </a:r>
            <a:endParaRPr lang="en-US" sz="2000" dirty="0">
              <a:solidFill>
                <a:schemeClr val="tx1">
                  <a:lumMod val="85000"/>
                  <a:lumOff val="15000"/>
                </a:schemeClr>
              </a:solidFill>
              <a:latin typeface="+mj-lt"/>
              <a:ea typeface="+mj-ea"/>
              <a:cs typeface="+mj-cs"/>
            </a:endParaRPr>
          </a:p>
        </p:txBody>
      </p:sp>
      <p:sp>
        <p:nvSpPr>
          <p:cNvPr id="16" name="TextBox 15">
            <a:extLst>
              <a:ext uri="{FF2B5EF4-FFF2-40B4-BE49-F238E27FC236}">
                <a16:creationId xmlns:a16="http://schemas.microsoft.com/office/drawing/2014/main" id="{E3A27A34-32CE-360E-4D6C-5279998CF4AD}"/>
              </a:ext>
            </a:extLst>
          </p:cNvPr>
          <p:cNvSpPr txBox="1"/>
          <p:nvPr/>
        </p:nvSpPr>
        <p:spPr>
          <a:xfrm>
            <a:off x="3487316" y="4661006"/>
            <a:ext cx="2923211" cy="400110"/>
          </a:xfrm>
          <a:prstGeom prst="rect">
            <a:avLst/>
          </a:prstGeom>
          <a:noFill/>
        </p:spPr>
        <p:txBody>
          <a:bodyPr wrap="square" rtlCol="0">
            <a:spAutoFit/>
          </a:bodyPr>
          <a:lstStyle/>
          <a:p>
            <a:pPr algn="ctr" rtl="1"/>
            <a:r>
              <a:rPr lang="fa-IR" sz="2000" dirty="0">
                <a:solidFill>
                  <a:schemeClr val="tx1">
                    <a:lumMod val="85000"/>
                    <a:lumOff val="15000"/>
                  </a:schemeClr>
                </a:solidFill>
                <a:latin typeface="+mj-lt"/>
                <a:ea typeface="+mj-ea"/>
                <a:cs typeface="+mj-cs"/>
              </a:rPr>
              <a:t>مدل ها و محدودیت ها</a:t>
            </a:r>
            <a:endParaRPr lang="en-US" sz="2000" dirty="0">
              <a:solidFill>
                <a:schemeClr val="tx1">
                  <a:lumMod val="85000"/>
                  <a:lumOff val="15000"/>
                </a:schemeClr>
              </a:solidFill>
              <a:latin typeface="+mj-lt"/>
              <a:ea typeface="+mj-ea"/>
              <a:cs typeface="+mj-cs"/>
            </a:endParaRPr>
          </a:p>
        </p:txBody>
      </p:sp>
      <p:sp>
        <p:nvSpPr>
          <p:cNvPr id="18" name="TextBox 17">
            <a:extLst>
              <a:ext uri="{FF2B5EF4-FFF2-40B4-BE49-F238E27FC236}">
                <a16:creationId xmlns:a16="http://schemas.microsoft.com/office/drawing/2014/main" id="{24EF910A-A353-0F89-796D-E834D8008919}"/>
              </a:ext>
            </a:extLst>
          </p:cNvPr>
          <p:cNvSpPr txBox="1"/>
          <p:nvPr/>
        </p:nvSpPr>
        <p:spPr>
          <a:xfrm>
            <a:off x="628190" y="3595142"/>
            <a:ext cx="2352196" cy="400110"/>
          </a:xfrm>
          <a:prstGeom prst="rect">
            <a:avLst/>
          </a:prstGeom>
          <a:noFill/>
        </p:spPr>
        <p:txBody>
          <a:bodyPr wrap="square" rtlCol="0">
            <a:spAutoFit/>
          </a:bodyPr>
          <a:lstStyle/>
          <a:p>
            <a:pPr algn="ctr" rtl="1"/>
            <a:r>
              <a:rPr lang="fa-IR" sz="2000" dirty="0">
                <a:solidFill>
                  <a:schemeClr val="tx1">
                    <a:lumMod val="85000"/>
                    <a:lumOff val="15000"/>
                  </a:schemeClr>
                </a:solidFill>
                <a:latin typeface="+mj-lt"/>
                <a:ea typeface="+mj-ea"/>
                <a:cs typeface="+mj-cs"/>
              </a:rPr>
              <a:t>چشم انداز</a:t>
            </a:r>
            <a:endParaRPr lang="en-US" sz="2000" dirty="0">
              <a:solidFill>
                <a:schemeClr val="tx1">
                  <a:lumMod val="85000"/>
                  <a:lumOff val="15000"/>
                </a:schemeClr>
              </a:solidFill>
              <a:latin typeface="+mj-lt"/>
              <a:ea typeface="+mj-ea"/>
              <a:cs typeface="+mj-cs"/>
            </a:endParaRPr>
          </a:p>
        </p:txBody>
      </p:sp>
      <p:sp>
        <p:nvSpPr>
          <p:cNvPr id="20" name="Slide Number Placeholder 19">
            <a:extLst>
              <a:ext uri="{FF2B5EF4-FFF2-40B4-BE49-F238E27FC236}">
                <a16:creationId xmlns:a16="http://schemas.microsoft.com/office/drawing/2014/main" id="{C863A739-1443-6529-3333-CD9F07E5D572}"/>
              </a:ext>
            </a:extLst>
          </p:cNvPr>
          <p:cNvSpPr>
            <a:spLocks noGrp="1"/>
          </p:cNvSpPr>
          <p:nvPr>
            <p:ph type="sldNum" sz="quarter" idx="12"/>
          </p:nvPr>
        </p:nvSpPr>
        <p:spPr/>
        <p:txBody>
          <a:bodyPr/>
          <a:lstStyle/>
          <a:p>
            <a:fld id="{E6BD3B4E-8A99-48AF-BC36-7FCDC933E81C}" type="slidenum">
              <a:rPr lang="en-US" smtClean="0"/>
              <a:pPr/>
              <a:t>2</a:t>
            </a:fld>
            <a:endParaRPr lang="en-US"/>
          </a:p>
        </p:txBody>
      </p:sp>
    </p:spTree>
    <p:extLst>
      <p:ext uri="{BB962C8B-B14F-4D97-AF65-F5344CB8AC3E}">
        <p14:creationId xmlns:p14="http://schemas.microsoft.com/office/powerpoint/2010/main" val="2220456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C4A5A-0FDF-9B4F-8485-D04C8B41CB5A}"/>
              </a:ext>
            </a:extLst>
          </p:cNvPr>
          <p:cNvSpPr>
            <a:spLocks noGrp="1"/>
          </p:cNvSpPr>
          <p:nvPr>
            <p:ph type="ctrTitle"/>
          </p:nvPr>
        </p:nvSpPr>
        <p:spPr>
          <a:xfrm>
            <a:off x="1113905" y="544925"/>
            <a:ext cx="10619433" cy="2705350"/>
          </a:xfrm>
        </p:spPr>
        <p:txBody>
          <a:bodyPr>
            <a:normAutofit fontScale="90000"/>
          </a:bodyPr>
          <a:lstStyle/>
          <a:p>
            <a:pPr algn="r" rtl="1"/>
            <a:r>
              <a:rPr lang="fa-IR" sz="1800" dirty="0">
                <a:latin typeface="B titr"/>
              </a:rPr>
              <a:t>در سال های اخیر، مدل های کسب و کار چرخشی</a:t>
            </a:r>
            <a:r>
              <a:rPr lang="en-US" sz="1800" dirty="0">
                <a:latin typeface="B titr"/>
              </a:rPr>
              <a:t>CBM (Circular business models) </a:t>
            </a:r>
            <a:r>
              <a:rPr lang="fa-IR" sz="1800" dirty="0">
                <a:latin typeface="B titr"/>
              </a:rPr>
              <a:t> به یک نیاز اجتناب ناپذیر برای بهبود عملکرد محیطی تبدیل شده است. با این حال ادبیات فعلی کمتر به ارتباط اینترنت اشیا </a:t>
            </a:r>
            <a:r>
              <a:rPr lang="en-US" sz="1800" dirty="0">
                <a:latin typeface="B titr"/>
              </a:rPr>
              <a:t>IOT</a:t>
            </a:r>
            <a:r>
              <a:rPr lang="fa-IR" sz="1800" dirty="0">
                <a:latin typeface="B titr"/>
              </a:rPr>
              <a:t> و کسب و کار گردشی </a:t>
            </a:r>
            <a:r>
              <a:rPr lang="en-US" sz="1800" dirty="0">
                <a:latin typeface="B titr"/>
              </a:rPr>
              <a:t>CBM</a:t>
            </a:r>
            <a:r>
              <a:rPr lang="fa-IR" sz="1800" dirty="0">
                <a:latin typeface="B titr"/>
              </a:rPr>
              <a:t> می پردازد.در اینجا ابتدا چهار قابلیت اینترنت اشیا شامل نظارت، ردیابی، بهینه سازی و توسعه و تکامل طراحی برای بهبود عملکرد</a:t>
            </a:r>
            <a:r>
              <a:rPr lang="en-US" sz="1800" dirty="0">
                <a:latin typeface="B titr"/>
              </a:rPr>
              <a:t>CBM </a:t>
            </a:r>
            <a:r>
              <a:rPr lang="fa-IR" sz="1800" dirty="0">
                <a:latin typeface="B titr"/>
              </a:rPr>
              <a:t>بر اساس چارچوب</a:t>
            </a:r>
            <a:r>
              <a:rPr lang="en-US" sz="1800" dirty="0">
                <a:latin typeface="B titr"/>
              </a:rPr>
              <a:t> </a:t>
            </a:r>
            <a:r>
              <a:rPr lang="fa-IR" sz="1800" dirty="0">
                <a:latin typeface="B titr"/>
              </a:rPr>
              <a:t> </a:t>
            </a:r>
            <a:r>
              <a:rPr lang="en-US" sz="1800" dirty="0">
                <a:latin typeface="B titr"/>
              </a:rPr>
              <a:t>Resolve</a:t>
            </a:r>
            <a:r>
              <a:rPr lang="fa-IR" sz="1800" dirty="0">
                <a:latin typeface="B titr"/>
              </a:rPr>
              <a:t>را شناسایی می کند.</a:t>
            </a:r>
            <a:br>
              <a:rPr lang="fa-IR" sz="3600" dirty="0">
                <a:latin typeface="B titr"/>
              </a:rPr>
            </a:br>
            <a:r>
              <a:rPr lang="fa-IR" sz="1800" dirty="0">
                <a:latin typeface="B titr"/>
              </a:rPr>
              <a:t>در مرحله دوم یک مرور سیستماتیک ادبیات با استفاده از رویکرد</a:t>
            </a:r>
            <a:r>
              <a:rPr lang="en-US" sz="1800" dirty="0">
                <a:latin typeface="B titr"/>
              </a:rPr>
              <a:t>PRISMA </a:t>
            </a:r>
            <a:r>
              <a:rPr lang="fa-IR" sz="1800" dirty="0">
                <a:latin typeface="B titr"/>
              </a:rPr>
              <a:t> تجزیه و تحلیل می کند که چگونه این قابلیت ها به</a:t>
            </a:r>
            <a:r>
              <a:rPr lang="en-US" sz="1800" dirty="0">
                <a:latin typeface="B titr"/>
              </a:rPr>
              <a:t>6R </a:t>
            </a:r>
            <a:r>
              <a:rPr lang="fa-IR" sz="1800" dirty="0">
                <a:latin typeface="B titr"/>
              </a:rPr>
              <a:t>و </a:t>
            </a:r>
            <a:r>
              <a:rPr lang="en-US" sz="1800" dirty="0">
                <a:latin typeface="B titr"/>
              </a:rPr>
              <a:t> CBM</a:t>
            </a:r>
            <a:r>
              <a:rPr lang="fa-IR" sz="1800" dirty="0">
                <a:latin typeface="B titr"/>
              </a:rPr>
              <a:t>از طریق نقشه ها و چارچوب های رابطه ای کمک می کنند</a:t>
            </a:r>
            <a:r>
              <a:rPr lang="en-US" sz="1800" dirty="0">
                <a:latin typeface="B titr"/>
              </a:rPr>
              <a:t> </a:t>
            </a:r>
            <a:r>
              <a:rPr lang="fa-IR" sz="1800" dirty="0">
                <a:latin typeface="B titr"/>
              </a:rPr>
              <a:t>و به ارزیابی تاثیرات </a:t>
            </a:r>
            <a:r>
              <a:rPr lang="en-US" sz="1800" dirty="0">
                <a:latin typeface="B titr"/>
              </a:rPr>
              <a:t>IOT</a:t>
            </a:r>
            <a:r>
              <a:rPr lang="fa-IR" sz="1800" dirty="0">
                <a:latin typeface="B titr"/>
              </a:rPr>
              <a:t> بر صرفه جویی انرژی در کسب و کار می پردازد.</a:t>
            </a:r>
            <a:r>
              <a:rPr lang="en-US" sz="1800" dirty="0">
                <a:latin typeface="B titr"/>
              </a:rPr>
              <a:t>IOT</a:t>
            </a:r>
            <a:r>
              <a:rPr lang="fa-IR" sz="1800" dirty="0">
                <a:latin typeface="B titr"/>
              </a:rPr>
              <a:t> نقش مهمی در کسب و کار دارد در حالیکه مطالعات کمی برای </a:t>
            </a:r>
            <a:r>
              <a:rPr lang="en-US" sz="1800" dirty="0" err="1">
                <a:latin typeface="B titr"/>
              </a:rPr>
              <a:t>Exchage</a:t>
            </a:r>
            <a:r>
              <a:rPr lang="fa-IR" sz="1800" dirty="0">
                <a:latin typeface="B titr"/>
              </a:rPr>
              <a:t> </a:t>
            </a:r>
            <a:r>
              <a:rPr lang="en-US" sz="1800" dirty="0" err="1">
                <a:latin typeface="B titr"/>
              </a:rPr>
              <a:t>Vitualize</a:t>
            </a:r>
            <a:r>
              <a:rPr lang="fa-IR" sz="1800" dirty="0">
                <a:latin typeface="B titr"/>
              </a:rPr>
              <a:t> و</a:t>
            </a:r>
            <a:r>
              <a:rPr lang="en-US" sz="1800" dirty="0">
                <a:latin typeface="B titr"/>
              </a:rPr>
              <a:t>Regenerate CBM</a:t>
            </a:r>
            <a:r>
              <a:rPr lang="fa-IR" sz="1800" dirty="0">
                <a:latin typeface="B titr"/>
              </a:rPr>
              <a:t> همچنان مورد نیاز است.</a:t>
            </a:r>
            <a:br>
              <a:rPr lang="fa-IR" sz="3600" dirty="0">
                <a:latin typeface="B titr"/>
              </a:rPr>
            </a:br>
            <a:endParaRPr lang="en-US" sz="3600" dirty="0">
              <a:latin typeface="B titr"/>
            </a:endParaRPr>
          </a:p>
        </p:txBody>
      </p:sp>
      <p:pic>
        <p:nvPicPr>
          <p:cNvPr id="5" name="Picture 4">
            <a:extLst>
              <a:ext uri="{FF2B5EF4-FFF2-40B4-BE49-F238E27FC236}">
                <a16:creationId xmlns:a16="http://schemas.microsoft.com/office/drawing/2014/main" id="{A6938C6E-445E-8C52-783F-1D9BDB6DD6DD}"/>
              </a:ext>
            </a:extLst>
          </p:cNvPr>
          <p:cNvPicPr>
            <a:picLocks noChangeAspect="1"/>
          </p:cNvPicPr>
          <p:nvPr/>
        </p:nvPicPr>
        <p:blipFill>
          <a:blip r:embed="rId2"/>
          <a:stretch>
            <a:fillRect/>
          </a:stretch>
        </p:blipFill>
        <p:spPr>
          <a:xfrm>
            <a:off x="1341488" y="4170257"/>
            <a:ext cx="3765348" cy="2209663"/>
          </a:xfrm>
          <a:prstGeom prst="rect">
            <a:avLst/>
          </a:prstGeom>
        </p:spPr>
      </p:pic>
      <p:graphicFrame>
        <p:nvGraphicFramePr>
          <p:cNvPr id="6" name="Diagram 5">
            <a:extLst>
              <a:ext uri="{FF2B5EF4-FFF2-40B4-BE49-F238E27FC236}">
                <a16:creationId xmlns:a16="http://schemas.microsoft.com/office/drawing/2014/main" id="{516D00C8-4E10-B42E-6E0A-4BAB206E0755}"/>
              </a:ext>
            </a:extLst>
          </p:cNvPr>
          <p:cNvGraphicFramePr/>
          <p:nvPr>
            <p:extLst>
              <p:ext uri="{D42A27DB-BD31-4B8C-83A1-F6EECF244321}">
                <p14:modId xmlns:p14="http://schemas.microsoft.com/office/powerpoint/2010/main" val="3750475284"/>
              </p:ext>
            </p:extLst>
          </p:nvPr>
        </p:nvGraphicFramePr>
        <p:xfrm>
          <a:off x="5106836" y="2410691"/>
          <a:ext cx="7085164" cy="25104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Folded Corner 6">
            <a:extLst>
              <a:ext uri="{FF2B5EF4-FFF2-40B4-BE49-F238E27FC236}">
                <a16:creationId xmlns:a16="http://schemas.microsoft.com/office/drawing/2014/main" id="{62712E48-A827-EC36-E3BA-E628E874BC05}"/>
              </a:ext>
            </a:extLst>
          </p:cNvPr>
          <p:cNvSpPr/>
          <p:nvPr/>
        </p:nvSpPr>
        <p:spPr>
          <a:xfrm>
            <a:off x="2608861" y="3147792"/>
            <a:ext cx="2385753" cy="1022465"/>
          </a:xfrm>
          <a:prstGeom prst="foldedCorner">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صرفه جویی انرژی با پتانسیل کاهش 20 تا 30 درصدی</a:t>
            </a:r>
            <a:endParaRPr lang="en-US" dirty="0"/>
          </a:p>
        </p:txBody>
      </p:sp>
      <p:sp>
        <p:nvSpPr>
          <p:cNvPr id="12" name="Rectangle: Folded Corner 11">
            <a:extLst>
              <a:ext uri="{FF2B5EF4-FFF2-40B4-BE49-F238E27FC236}">
                <a16:creationId xmlns:a16="http://schemas.microsoft.com/office/drawing/2014/main" id="{1CC3684F-7EDC-FFD0-6DEA-FF195FA5868E}"/>
              </a:ext>
            </a:extLst>
          </p:cNvPr>
          <p:cNvSpPr/>
          <p:nvPr/>
        </p:nvSpPr>
        <p:spPr>
          <a:xfrm>
            <a:off x="7157258" y="4809579"/>
            <a:ext cx="2755669" cy="465509"/>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r>
              <a:rPr lang="fa-IR" sz="1100" dirty="0"/>
              <a:t>موانع گسترش </a:t>
            </a:r>
            <a:r>
              <a:rPr lang="en-US" sz="1100" dirty="0"/>
              <a:t>IOT </a:t>
            </a:r>
            <a:r>
              <a:rPr lang="fa-IR" sz="1100" dirty="0"/>
              <a:t> در </a:t>
            </a:r>
            <a:r>
              <a:rPr lang="en-US" sz="1100" dirty="0"/>
              <a:t>CBM</a:t>
            </a:r>
          </a:p>
        </p:txBody>
      </p:sp>
      <p:graphicFrame>
        <p:nvGraphicFramePr>
          <p:cNvPr id="13" name="Diagram 12">
            <a:extLst>
              <a:ext uri="{FF2B5EF4-FFF2-40B4-BE49-F238E27FC236}">
                <a16:creationId xmlns:a16="http://schemas.microsoft.com/office/drawing/2014/main" id="{97AD36F7-0744-F25F-BF10-C271297D3037}"/>
              </a:ext>
            </a:extLst>
          </p:cNvPr>
          <p:cNvGraphicFramePr/>
          <p:nvPr>
            <p:extLst>
              <p:ext uri="{D42A27DB-BD31-4B8C-83A1-F6EECF244321}">
                <p14:modId xmlns:p14="http://schemas.microsoft.com/office/powerpoint/2010/main" val="2008137175"/>
              </p:ext>
            </p:extLst>
          </p:nvPr>
        </p:nvGraphicFramePr>
        <p:xfrm>
          <a:off x="5422719" y="4921137"/>
          <a:ext cx="6018415" cy="196552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268280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4173-FAF5-B6E9-A0D3-CE833499EBF0}"/>
              </a:ext>
            </a:extLst>
          </p:cNvPr>
          <p:cNvSpPr>
            <a:spLocks noGrp="1"/>
          </p:cNvSpPr>
          <p:nvPr>
            <p:ph type="title"/>
          </p:nvPr>
        </p:nvSpPr>
        <p:spPr>
          <a:xfrm>
            <a:off x="1446415" y="624110"/>
            <a:ext cx="10058197" cy="5843192"/>
          </a:xfrm>
        </p:spPr>
        <p:txBody>
          <a:bodyPr>
            <a:normAutofit/>
          </a:bodyPr>
          <a:lstStyle/>
          <a:p>
            <a:pPr marL="0" marR="0" algn="r" rtl="1">
              <a:lnSpc>
                <a:spcPct val="107000"/>
              </a:lnSpc>
              <a:spcBef>
                <a:spcPts val="0"/>
              </a:spcBef>
              <a:spcAft>
                <a:spcPts val="800"/>
              </a:spcAft>
            </a:pPr>
            <a:r>
              <a:rPr lang="fa-IR" sz="2200" dirty="0">
                <a:solidFill>
                  <a:srgbClr val="FF0000"/>
                </a:solidFill>
              </a:rPr>
              <a:t>تاریخچه تولد اینترنت اشیا </a:t>
            </a:r>
            <a:r>
              <a:rPr lang="en-US" sz="2200" dirty="0">
                <a:solidFill>
                  <a:srgbClr val="FF0000"/>
                </a:solidFill>
              </a:rPr>
              <a:t>IOT</a:t>
            </a:r>
            <a:br>
              <a:rPr lang="en-US" sz="2200" dirty="0">
                <a:solidFill>
                  <a:srgbClr val="FF0000"/>
                </a:solidFill>
              </a:rPr>
            </a:br>
            <a:br>
              <a:rPr lang="fa-IR" sz="1800" dirty="0"/>
            </a:br>
            <a:r>
              <a:rPr lang="fa-IR" sz="1800" dirty="0"/>
              <a:t>از زمان تولد اینترنت در اوایل دهه 1980، تلاش هایی برای اتصال وسایل به اینترنت صورت گرفته است</a:t>
            </a:r>
            <a:br>
              <a:rPr lang="fa-IR" sz="1800" dirty="0"/>
            </a:br>
            <a:r>
              <a:rPr lang="fa-IR" sz="1800" dirty="0"/>
              <a:t>در سال 1990، جان رامکی اولین «دستگاه» اینترنتی را ایجاد کرد، توستری که از طریق اینترنت</a:t>
            </a:r>
            <a:br>
              <a:rPr lang="fa-IR" sz="1800" dirty="0"/>
            </a:br>
            <a:r>
              <a:rPr lang="fa-IR" sz="1800" dirty="0"/>
              <a:t>می‌توانست روشن و خاموش  شود پل سافو اولین گزارش را از شرح سنسورها و نحوه استفاده از آنها در ارتباط بااینترنت در سال 1997 ارائه کرد.</a:t>
            </a:r>
            <a:br>
              <a:rPr lang="fa-IR" sz="1800" dirty="0"/>
            </a:br>
            <a:r>
              <a:rPr lang="fa-IR" sz="1800" dirty="0"/>
              <a:t>  ودر سال 1999 برای توصیف این ارتباط رو به رشد ازحسگرها و دستگاه‌های مشابه که اطلاعات بلادرنگ را از طریق اینترنت در اصطلاح "اینترنت اشیا" توسط کوین اشتون ابداع شد که در بهینه سازی زنجیره تامین کار می کرد و فناوری جدیدی به نام </a:t>
            </a:r>
            <a:r>
              <a:rPr lang="en-US" sz="1800" dirty="0"/>
              <a:t>RFID</a:t>
            </a:r>
            <a:r>
              <a:rPr lang="fa-IR" sz="1800" dirty="0"/>
              <a:t> ابداع شد که مبتنی بر شناسایی فرکانس رادیویی بود.</a:t>
            </a:r>
            <a:br>
              <a:rPr lang="fa-IR" sz="1800" dirty="0"/>
            </a:br>
            <a:r>
              <a:rPr lang="fa-IR" sz="1800" dirty="0"/>
              <a:t>برای توصیف این ارتباط رو به رشد ازحسگرها و دستگاه های مشابه استفاده شد  که اطلاعات بلادرنگ را از طریق اینترنت منتقل میکردند، </a:t>
            </a:r>
            <a:br>
              <a:rPr lang="fa-IR" sz="1300" dirty="0"/>
            </a:br>
            <a:r>
              <a:rPr lang="ar-SA" sz="1800" dirty="0"/>
              <a:t>در سال 2005، اتحادیه بین المللی مخابرات اینترنت اشیا را به عنوان موج سوم صنعت اطلاعات جهان در نظر گرفت</a:t>
            </a:r>
            <a:br>
              <a:rPr lang="en-US" sz="1800" dirty="0"/>
            </a:br>
            <a:r>
              <a:rPr lang="ar-SA" sz="1800" dirty="0"/>
              <a:t>در سال 2008، کمیسیون ارتباطات فدرال استفاده از "طیف فضای سفید" را تایید کرد (سورش و همکاران، 2014)</a:t>
            </a:r>
            <a:r>
              <a:rPr lang="en-US" sz="1800" dirty="0"/>
              <a:t>.</a:t>
            </a:r>
            <a:br>
              <a:rPr lang="en-US" sz="1800" dirty="0"/>
            </a:br>
            <a:r>
              <a:rPr lang="ar-SA" sz="1800" dirty="0"/>
              <a:t>بعدها غول‌های فناوری اطلاعات مانند سیسکو، آی‌بی‌ام و اریکسون به آموزش‌های زیادی پرداختند</a:t>
            </a:r>
            <a:br>
              <a:rPr lang="en-US" sz="1800" dirty="0"/>
            </a:br>
            <a:r>
              <a:rPr lang="ar-SA" sz="1800" dirty="0"/>
              <a:t>ابتکارات تجاری با اینترنت اشیا برخی از کشورها، مانند چین، این فهرست را ذکر کرده اند</a:t>
            </a:r>
            <a:br>
              <a:rPr lang="en-US" sz="1800" dirty="0"/>
            </a:br>
            <a:r>
              <a:rPr lang="ar-SA" sz="1800" dirty="0"/>
              <a:t>اینترنت اشیا به عنوان یک فناوری نوظهور استراتژیک در برنامه های بلندمدت آنهاقرار گرفت</a:t>
            </a:r>
            <a:br>
              <a:rPr lang="en-US" sz="1800" dirty="0"/>
            </a:br>
            <a:endParaRPr lang="en-US" sz="1800" dirty="0"/>
          </a:p>
        </p:txBody>
      </p:sp>
    </p:spTree>
    <p:extLst>
      <p:ext uri="{BB962C8B-B14F-4D97-AF65-F5344CB8AC3E}">
        <p14:creationId xmlns:p14="http://schemas.microsoft.com/office/powerpoint/2010/main" val="596752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8FE9-EADC-C72E-3B9D-0005682499EB}"/>
              </a:ext>
            </a:extLst>
          </p:cNvPr>
          <p:cNvSpPr>
            <a:spLocks noGrp="1"/>
          </p:cNvSpPr>
          <p:nvPr>
            <p:ph type="title"/>
          </p:nvPr>
        </p:nvSpPr>
        <p:spPr>
          <a:xfrm>
            <a:off x="8708285" y="723641"/>
            <a:ext cx="3483715" cy="1280890"/>
          </a:xfrm>
        </p:spPr>
        <p:txBody>
          <a:bodyPr/>
          <a:lstStyle/>
          <a:p>
            <a:pPr algn="ctr"/>
            <a:r>
              <a:rPr lang="en-US" dirty="0"/>
              <a:t>IOT</a:t>
            </a:r>
            <a:br>
              <a:rPr lang="en-US" dirty="0"/>
            </a:br>
            <a:r>
              <a:rPr lang="fa-IR" dirty="0"/>
              <a:t>رابطه بین</a:t>
            </a:r>
            <a:endParaRPr lang="en-US" dirty="0"/>
          </a:p>
        </p:txBody>
      </p:sp>
      <p:graphicFrame>
        <p:nvGraphicFramePr>
          <p:cNvPr id="4" name="Content Placeholder 3">
            <a:extLst>
              <a:ext uri="{FF2B5EF4-FFF2-40B4-BE49-F238E27FC236}">
                <a16:creationId xmlns:a16="http://schemas.microsoft.com/office/drawing/2014/main" id="{AD39CA40-889C-B904-EFB9-640D177E1900}"/>
              </a:ext>
            </a:extLst>
          </p:cNvPr>
          <p:cNvGraphicFramePr>
            <a:graphicFrameLocks noGrp="1"/>
          </p:cNvGraphicFramePr>
          <p:nvPr>
            <p:ph idx="1"/>
            <p:extLst>
              <p:ext uri="{D42A27DB-BD31-4B8C-83A1-F6EECF244321}">
                <p14:modId xmlns:p14="http://schemas.microsoft.com/office/powerpoint/2010/main" val="2790063275"/>
              </p:ext>
            </p:extLst>
          </p:nvPr>
        </p:nvGraphicFramePr>
        <p:xfrm>
          <a:off x="2132013" y="1539875"/>
          <a:ext cx="6978736"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22758C2D-C7F8-DBA6-9DF4-0F62A80AC8DC}"/>
              </a:ext>
            </a:extLst>
          </p:cNvPr>
          <p:cNvSpPr txBox="1"/>
          <p:nvPr/>
        </p:nvSpPr>
        <p:spPr>
          <a:xfrm>
            <a:off x="2256438" y="5714456"/>
            <a:ext cx="9495787" cy="661528"/>
          </a:xfrm>
          <a:prstGeom prst="rect">
            <a:avLst/>
          </a:prstGeom>
          <a:noFill/>
        </p:spPr>
        <p:txBody>
          <a:bodyPr wrap="square">
            <a:spAutoFit/>
          </a:bodyPr>
          <a:lstStyle/>
          <a:p>
            <a:pPr marL="0" marR="0" algn="r" rtl="1">
              <a:lnSpc>
                <a:spcPct val="107000"/>
              </a:lnSpc>
              <a:spcBef>
                <a:spcPts val="0"/>
              </a:spcBef>
              <a:spcAft>
                <a:spcPts val="800"/>
              </a:spcAft>
            </a:pPr>
            <a:r>
              <a:rPr lang="fa-IR" dirty="0">
                <a:solidFill>
                  <a:schemeClr val="tx1">
                    <a:lumMod val="85000"/>
                    <a:lumOff val="15000"/>
                  </a:schemeClr>
                </a:solidFill>
                <a:latin typeface="+mj-lt"/>
                <a:ea typeface="+mj-ea"/>
                <a:cs typeface="+mj-cs"/>
              </a:rPr>
              <a:t>به عنوان مثال، در یک خانه هوشمند، هر جعبه کلید برق می تواند</a:t>
            </a:r>
            <a:r>
              <a:rPr lang="en-US" dirty="0">
                <a:solidFill>
                  <a:schemeClr val="tx1">
                    <a:lumMod val="85000"/>
                    <a:lumOff val="15000"/>
                  </a:schemeClr>
                </a:solidFill>
                <a:latin typeface="+mj-lt"/>
                <a:ea typeface="+mj-ea"/>
                <a:cs typeface="+mj-cs"/>
              </a:rPr>
              <a:t> </a:t>
            </a:r>
            <a:r>
              <a:rPr lang="fa-IR" dirty="0">
                <a:solidFill>
                  <a:schemeClr val="tx1">
                    <a:lumMod val="85000"/>
                    <a:lumOff val="15000"/>
                  </a:schemeClr>
                </a:solidFill>
                <a:latin typeface="+mj-lt"/>
                <a:ea typeface="+mj-ea"/>
                <a:cs typeface="+mj-cs"/>
              </a:rPr>
              <a:t>به تلفن هوشمند متصل شده است تا بتوان از راه دور با آن کار کرد</a:t>
            </a:r>
            <a:endParaRPr lang="en-US" dirty="0">
              <a:solidFill>
                <a:schemeClr val="tx1">
                  <a:lumMod val="85000"/>
                  <a:lumOff val="15000"/>
                </a:schemeClr>
              </a:solidFill>
              <a:latin typeface="+mj-lt"/>
              <a:ea typeface="+mj-ea"/>
              <a:cs typeface="+mj-cs"/>
            </a:endParaRPr>
          </a:p>
        </p:txBody>
      </p:sp>
      <p:sp>
        <p:nvSpPr>
          <p:cNvPr id="7" name="Arrow: Left-Right 6">
            <a:extLst>
              <a:ext uri="{FF2B5EF4-FFF2-40B4-BE49-F238E27FC236}">
                <a16:creationId xmlns:a16="http://schemas.microsoft.com/office/drawing/2014/main" id="{F26BC3C7-A1CD-9E76-6807-EDABC7AB72AA}"/>
              </a:ext>
            </a:extLst>
          </p:cNvPr>
          <p:cNvSpPr/>
          <p:nvPr/>
        </p:nvSpPr>
        <p:spPr>
          <a:xfrm rot="-1320000">
            <a:off x="7074131" y="1720735"/>
            <a:ext cx="1729047" cy="708743"/>
          </a:xfrm>
          <a:prstGeom prst="leftRight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4443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4173-FAF5-B6E9-A0D3-CE833499EBF0}"/>
              </a:ext>
            </a:extLst>
          </p:cNvPr>
          <p:cNvSpPr>
            <a:spLocks noGrp="1"/>
          </p:cNvSpPr>
          <p:nvPr>
            <p:ph type="title"/>
          </p:nvPr>
        </p:nvSpPr>
        <p:spPr>
          <a:xfrm>
            <a:off x="1812897" y="624109"/>
            <a:ext cx="9691715" cy="5689142"/>
          </a:xfrm>
        </p:spPr>
        <p:txBody>
          <a:bodyPr>
            <a:noAutofit/>
          </a:bodyPr>
          <a:lstStyle/>
          <a:p>
            <a:pPr algn="r" rtl="1"/>
            <a:r>
              <a:rPr lang="fa-IR" sz="2000" dirty="0"/>
              <a:t>از طریق نظارت بر زمان واقعی موجودی منابع و به حداقل رساندن ضایعات</a:t>
            </a:r>
            <a:r>
              <a:rPr lang="en-US" sz="2000" dirty="0"/>
              <a:t> </a:t>
            </a:r>
            <a:r>
              <a:rPr lang="fa-IR" sz="2000" dirty="0"/>
              <a:t>تشخیص طول عمر محصول در نتیجه استفاده مجدد و بازیافت مواد فرآیندها را می توان بهینه کرد. به طور خلاصه، اینترنت اشیاء باعث ارتقاء بسیار دقیق نرخ، استفاده کارآمد و صحیح از منابع با هدف تغییر ازپارادایم یکبار مصرف به منابع تجدیدپذیر را باعث می گردد.</a:t>
            </a:r>
            <a:br>
              <a:rPr lang="fa-IR" sz="2000" dirty="0"/>
            </a:br>
            <a:br>
              <a:rPr lang="fa-IR" sz="2000" dirty="0"/>
            </a:br>
            <a:br>
              <a:rPr lang="fa-IR" sz="2000" dirty="0"/>
            </a:br>
            <a:br>
              <a:rPr lang="fa-IR" sz="2000" dirty="0"/>
            </a:br>
            <a:br>
              <a:rPr lang="fa-IR" sz="2000" dirty="0"/>
            </a:br>
            <a:br>
              <a:rPr lang="fa-IR" sz="2000" dirty="0"/>
            </a:br>
            <a:br>
              <a:rPr lang="fa-IR" sz="2000" dirty="0"/>
            </a:br>
            <a:br>
              <a:rPr lang="fa-IR" sz="2400" dirty="0"/>
            </a:br>
            <a:r>
              <a:rPr lang="fa-IR" sz="2400" dirty="0"/>
              <a:t>2. بررسی رویکرد </a:t>
            </a:r>
            <a:r>
              <a:rPr lang="en-US" sz="2400" dirty="0"/>
              <a:t>Prisma</a:t>
            </a:r>
            <a:br>
              <a:rPr lang="en-US" sz="2400" dirty="0"/>
            </a:br>
            <a:r>
              <a:rPr lang="en-US" sz="2400" dirty="0"/>
              <a:t>  </a:t>
            </a:r>
            <a:r>
              <a:rPr lang="fa-IR" sz="2000" dirty="0"/>
              <a:t>معرفی پریسما( راحت کردن ارتباط با دیتابیس های رابطه ای)</a:t>
            </a:r>
            <a:br>
              <a:rPr lang="fa-IR" sz="2000" dirty="0"/>
            </a:br>
            <a:r>
              <a:rPr lang="fa-IR" sz="2000" dirty="0"/>
              <a:t>در ژوئن 2022، ما جستجوی ادبیات را بر اساس چک لیست انجام دادیم</a:t>
            </a:r>
            <a:br>
              <a:rPr lang="fa-IR" sz="2000" dirty="0"/>
            </a:br>
            <a:r>
              <a:rPr lang="fa-IR" sz="2000" dirty="0"/>
              <a:t>چارچوب ارائه شده توسط دستورالعمل های </a:t>
            </a:r>
            <a:r>
              <a:rPr lang="en-US" sz="2000" dirty="0"/>
              <a:t> Prisma-P </a:t>
            </a:r>
            <a:r>
              <a:rPr lang="fa-IR" sz="2000" dirty="0"/>
              <a:t>(موهر و همکاران، 2015).</a:t>
            </a:r>
            <a:br>
              <a:rPr lang="fa-IR" sz="2000" dirty="0"/>
            </a:br>
            <a:r>
              <a:rPr lang="en-US" sz="2000" dirty="0"/>
              <a:t>Prisma </a:t>
            </a:r>
            <a:r>
              <a:rPr lang="fa-IR" sz="2000" dirty="0"/>
              <a:t>در ابتدا در زمینه پزشکی مورد استفاده قرار گرفت. اگرچه روش های دیگر</a:t>
            </a:r>
            <a:br>
              <a:rPr lang="fa-IR" sz="2000" dirty="0"/>
            </a:br>
            <a:r>
              <a:rPr lang="fa-IR" sz="2000" dirty="0"/>
              <a:t>برای انجام مرور ادبیات و متاآنالیز در دسترس است</a:t>
            </a:r>
            <a:r>
              <a:rPr lang="en-US" sz="2000" dirty="0"/>
              <a:t>.</a:t>
            </a:r>
          </a:p>
        </p:txBody>
      </p:sp>
      <p:graphicFrame>
        <p:nvGraphicFramePr>
          <p:cNvPr id="3" name="Diagram 2">
            <a:extLst>
              <a:ext uri="{FF2B5EF4-FFF2-40B4-BE49-F238E27FC236}">
                <a16:creationId xmlns:a16="http://schemas.microsoft.com/office/drawing/2014/main" id="{5E142709-5B2B-1568-FA7F-05DC19797A4C}"/>
              </a:ext>
            </a:extLst>
          </p:cNvPr>
          <p:cNvGraphicFramePr/>
          <p:nvPr>
            <p:extLst>
              <p:ext uri="{D42A27DB-BD31-4B8C-83A1-F6EECF244321}">
                <p14:modId xmlns:p14="http://schemas.microsoft.com/office/powerpoint/2010/main" val="1037037814"/>
              </p:ext>
            </p:extLst>
          </p:nvPr>
        </p:nvGraphicFramePr>
        <p:xfrm>
          <a:off x="2447047" y="2013624"/>
          <a:ext cx="3648953" cy="21303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Arrow: Left 3">
            <a:extLst>
              <a:ext uri="{FF2B5EF4-FFF2-40B4-BE49-F238E27FC236}">
                <a16:creationId xmlns:a16="http://schemas.microsoft.com/office/drawing/2014/main" id="{EDB8794A-B8E6-5CA4-8AD6-05F96FE2C1D7}"/>
              </a:ext>
            </a:extLst>
          </p:cNvPr>
          <p:cNvSpPr/>
          <p:nvPr/>
        </p:nvSpPr>
        <p:spPr>
          <a:xfrm>
            <a:off x="7819433" y="2746401"/>
            <a:ext cx="2130358" cy="559340"/>
          </a:xfrm>
          <a:prstGeom prst="left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اینترنت اشیا</a:t>
            </a:r>
            <a:endParaRPr lang="en-US" dirty="0"/>
          </a:p>
        </p:txBody>
      </p:sp>
      <p:sp>
        <p:nvSpPr>
          <p:cNvPr id="5" name="Oval 4">
            <a:extLst>
              <a:ext uri="{FF2B5EF4-FFF2-40B4-BE49-F238E27FC236}">
                <a16:creationId xmlns:a16="http://schemas.microsoft.com/office/drawing/2014/main" id="{8E79623E-34F8-2A45-6F8E-F4ED0F4C5863}"/>
              </a:ext>
            </a:extLst>
          </p:cNvPr>
          <p:cNvSpPr/>
          <p:nvPr/>
        </p:nvSpPr>
        <p:spPr>
          <a:xfrm>
            <a:off x="6501908" y="2583462"/>
            <a:ext cx="1170594" cy="885217"/>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منابع تجدید پذیر</a:t>
            </a:r>
            <a:endParaRPr lang="en-US" dirty="0"/>
          </a:p>
        </p:txBody>
      </p:sp>
      <p:sp>
        <p:nvSpPr>
          <p:cNvPr id="6" name="Oval 5">
            <a:extLst>
              <a:ext uri="{FF2B5EF4-FFF2-40B4-BE49-F238E27FC236}">
                <a16:creationId xmlns:a16="http://schemas.microsoft.com/office/drawing/2014/main" id="{1C20CAFA-AA98-7C8A-212A-7E270BF185DB}"/>
              </a:ext>
            </a:extLst>
          </p:cNvPr>
          <p:cNvSpPr/>
          <p:nvPr/>
        </p:nvSpPr>
        <p:spPr>
          <a:xfrm>
            <a:off x="10096722" y="2583463"/>
            <a:ext cx="1170594" cy="8852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dirty="0"/>
              <a:t>یکبار مصرف</a:t>
            </a:r>
            <a:endParaRPr lang="en-US" dirty="0"/>
          </a:p>
        </p:txBody>
      </p:sp>
    </p:spTree>
    <p:extLst>
      <p:ext uri="{BB962C8B-B14F-4D97-AF65-F5344CB8AC3E}">
        <p14:creationId xmlns:p14="http://schemas.microsoft.com/office/powerpoint/2010/main" val="127655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69519-186A-11C9-C7B8-C61C3ECF0AA7}"/>
              </a:ext>
            </a:extLst>
          </p:cNvPr>
          <p:cNvSpPr>
            <a:spLocks noGrp="1"/>
          </p:cNvSpPr>
          <p:nvPr>
            <p:ph type="title"/>
          </p:nvPr>
        </p:nvSpPr>
        <p:spPr>
          <a:xfrm>
            <a:off x="1712068" y="624110"/>
            <a:ext cx="9792545" cy="1428625"/>
          </a:xfrm>
        </p:spPr>
        <p:txBody>
          <a:bodyPr>
            <a:normAutofit fontScale="90000"/>
          </a:bodyPr>
          <a:lstStyle/>
          <a:p>
            <a:pPr algn="r" rtl="1"/>
            <a:r>
              <a:rPr lang="fa-IR" sz="1800" dirty="0"/>
              <a:t>چکیده 2020 </a:t>
            </a:r>
            <a:r>
              <a:rPr lang="en-US" sz="1800" dirty="0"/>
              <a:t>(Page et al., 2021a,b) </a:t>
            </a:r>
            <a:r>
              <a:rPr lang="fa-IR" sz="1800" dirty="0"/>
              <a:t>پیشنهاد می کند در 5 مورد اصلی ارتباط با 10 زیرمجموعه در یک بررسی بحث شود.</a:t>
            </a:r>
            <a:br>
              <a:rPr lang="fa-IR" sz="1800" dirty="0"/>
            </a:br>
            <a:r>
              <a:rPr lang="fa-IR" sz="1800" dirty="0"/>
              <a:t>به موارد چک لیست اشاره می کنیم</a:t>
            </a:r>
            <a:br>
              <a:rPr lang="fa-IR" sz="1800" dirty="0"/>
            </a:br>
            <a:r>
              <a:rPr lang="fa-IR" sz="1800" dirty="0"/>
              <a:t>جدول 1 :مراحل اصلی </a:t>
            </a:r>
            <a:r>
              <a:rPr lang="en-US" sz="1800" dirty="0" err="1"/>
              <a:t>prisma</a:t>
            </a:r>
            <a:r>
              <a:rPr lang="en-US" sz="1800" dirty="0"/>
              <a:t> </a:t>
            </a:r>
            <a:r>
              <a:rPr lang="fa-IR" sz="1800" dirty="0"/>
              <a:t> در جدول زیر فهرست شده است.</a:t>
            </a:r>
            <a:br>
              <a:rPr lang="fa-IR" sz="1800" dirty="0"/>
            </a:br>
            <a:br>
              <a:rPr lang="en-US" sz="1800" dirty="0"/>
            </a:br>
            <a:br>
              <a:rPr lang="en-US" sz="1800" dirty="0"/>
            </a:br>
            <a:endParaRPr lang="en-US" sz="1800" dirty="0"/>
          </a:p>
        </p:txBody>
      </p:sp>
      <p:graphicFrame>
        <p:nvGraphicFramePr>
          <p:cNvPr id="6" name="Table 5">
            <a:extLst>
              <a:ext uri="{FF2B5EF4-FFF2-40B4-BE49-F238E27FC236}">
                <a16:creationId xmlns:a16="http://schemas.microsoft.com/office/drawing/2014/main" id="{02468124-A950-DBD2-43FC-BA14A2787E03}"/>
              </a:ext>
            </a:extLst>
          </p:cNvPr>
          <p:cNvGraphicFramePr>
            <a:graphicFrameLocks noGrp="1"/>
          </p:cNvGraphicFramePr>
          <p:nvPr>
            <p:extLst>
              <p:ext uri="{D42A27DB-BD31-4B8C-83A1-F6EECF244321}">
                <p14:modId xmlns:p14="http://schemas.microsoft.com/office/powerpoint/2010/main" val="1414200017"/>
              </p:ext>
            </p:extLst>
          </p:nvPr>
        </p:nvGraphicFramePr>
        <p:xfrm>
          <a:off x="1586395" y="2347032"/>
          <a:ext cx="10076869" cy="3886858"/>
        </p:xfrm>
        <a:graphic>
          <a:graphicData uri="http://schemas.openxmlformats.org/drawingml/2006/table">
            <a:tbl>
              <a:tblPr rtl="1" firstRow="1" firstCol="1" bandRow="1">
                <a:tableStyleId>{5C22544A-7EE6-4342-B048-85BDC9FD1C3A}</a:tableStyleId>
              </a:tblPr>
              <a:tblGrid>
                <a:gridCol w="1862803">
                  <a:extLst>
                    <a:ext uri="{9D8B030D-6E8A-4147-A177-3AD203B41FA5}">
                      <a16:colId xmlns:a16="http://schemas.microsoft.com/office/drawing/2014/main" val="3973814917"/>
                    </a:ext>
                  </a:extLst>
                </a:gridCol>
                <a:gridCol w="374613">
                  <a:extLst>
                    <a:ext uri="{9D8B030D-6E8A-4147-A177-3AD203B41FA5}">
                      <a16:colId xmlns:a16="http://schemas.microsoft.com/office/drawing/2014/main" val="1803990094"/>
                    </a:ext>
                  </a:extLst>
                </a:gridCol>
                <a:gridCol w="7839453">
                  <a:extLst>
                    <a:ext uri="{9D8B030D-6E8A-4147-A177-3AD203B41FA5}">
                      <a16:colId xmlns:a16="http://schemas.microsoft.com/office/drawing/2014/main" val="2728766304"/>
                    </a:ext>
                  </a:extLst>
                </a:gridCol>
              </a:tblGrid>
              <a:tr h="541861">
                <a:tc>
                  <a:txBody>
                    <a:bodyPr/>
                    <a:lstStyle/>
                    <a:p>
                      <a:pPr algn="ctr" rtl="1">
                        <a:lnSpc>
                          <a:spcPct val="107000"/>
                        </a:lnSpc>
                        <a:spcAft>
                          <a:spcPts val="800"/>
                        </a:spcAft>
                      </a:pPr>
                      <a:r>
                        <a:rPr lang="ar-SA" sz="1200" kern="100" dirty="0">
                          <a:effectLst/>
                        </a:rPr>
                        <a:t>بخش</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200" kern="100" dirty="0">
                          <a:effectLst/>
                        </a:rPr>
                        <a:t>ایتم</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200" kern="100" dirty="0">
                          <a:effectLst/>
                        </a:rPr>
                        <a:t>ایتم چک لیست</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3850720985"/>
                  </a:ext>
                </a:extLst>
              </a:tr>
              <a:tr h="293353">
                <a:tc>
                  <a:txBody>
                    <a:bodyPr/>
                    <a:lstStyle/>
                    <a:p>
                      <a:pPr algn="ctr" rtl="1">
                        <a:lnSpc>
                          <a:spcPct val="107000"/>
                        </a:lnSpc>
                        <a:spcAft>
                          <a:spcPts val="800"/>
                        </a:spcAft>
                      </a:pPr>
                      <a:r>
                        <a:rPr lang="ar-SA" sz="1100" kern="100" dirty="0">
                          <a:effectLst/>
                        </a:rPr>
                        <a:t>زمینه</a:t>
                      </a:r>
                      <a:r>
                        <a:rPr lang="fa-IR" sz="1100" kern="100" dirty="0">
                          <a:effectLst/>
                        </a:rPr>
                        <a:t> </a:t>
                      </a:r>
                      <a:r>
                        <a:rPr lang="ar-SA" sz="1100" kern="100" dirty="0">
                          <a:effectLst/>
                        </a:rPr>
                        <a:t>موضوع</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100" kern="100" dirty="0">
                          <a:effectLst/>
                        </a:rPr>
                        <a:t>1</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گزارش را به عنوان یک بررسی سیستماتیک شناسایی کنید.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3245750340"/>
                  </a:ext>
                </a:extLst>
              </a:tr>
              <a:tr h="224645">
                <a:tc>
                  <a:txBody>
                    <a:bodyPr/>
                    <a:lstStyle/>
                    <a:p>
                      <a:pPr algn="ctr" rtl="1">
                        <a:lnSpc>
                          <a:spcPct val="107000"/>
                        </a:lnSpc>
                        <a:spcAft>
                          <a:spcPts val="800"/>
                        </a:spcAft>
                      </a:pPr>
                      <a:r>
                        <a:rPr lang="ar-SA" sz="1100" kern="100" dirty="0">
                          <a:effectLst/>
                        </a:rPr>
                        <a:t>روشها</a:t>
                      </a:r>
                      <a:r>
                        <a:rPr lang="fa-IR" sz="1100" kern="100" dirty="0">
                          <a:effectLst/>
                        </a:rPr>
                        <a:t>/ اهداف </a:t>
                      </a:r>
                      <a:endParaRPr lang="en-US" sz="1100" kern="100" dirty="0">
                        <a:effectLst/>
                      </a:endParaRPr>
                    </a:p>
                  </a:txBody>
                  <a:tcPr marL="32994" marR="32994" marT="0" marB="0" anchor="ctr"/>
                </a:tc>
                <a:tc>
                  <a:txBody>
                    <a:bodyPr/>
                    <a:lstStyle/>
                    <a:p>
                      <a:pPr algn="ctr" rtl="1">
                        <a:lnSpc>
                          <a:spcPct val="107000"/>
                        </a:lnSpc>
                        <a:spcAft>
                          <a:spcPts val="800"/>
                        </a:spcAft>
                      </a:pPr>
                      <a:r>
                        <a:rPr lang="ar-SA" sz="1100" kern="100" dirty="0">
                          <a:effectLst/>
                        </a:rPr>
                        <a:t>2</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بیانی صریح از اهداف یا سؤالات اصلی ارائه دهید.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4261306936"/>
                  </a:ext>
                </a:extLst>
              </a:tr>
              <a:tr h="343911">
                <a:tc>
                  <a:txBody>
                    <a:bodyPr/>
                    <a:lstStyle/>
                    <a:p>
                      <a:pPr algn="ctr" rtl="1">
                        <a:lnSpc>
                          <a:spcPct val="107000"/>
                        </a:lnSpc>
                        <a:spcAft>
                          <a:spcPts val="800"/>
                        </a:spcAft>
                      </a:pPr>
                      <a:r>
                        <a:rPr lang="ar-SA" sz="1100" kern="100" dirty="0">
                          <a:effectLst/>
                        </a:rPr>
                        <a:t>مواد و روش ها</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100" kern="100" dirty="0">
                          <a:effectLst/>
                        </a:rPr>
                        <a:t>3</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معیارهای واجد شرایط بودن 3 معیارهای ورود و خروج را برای بررسی مشخص کنید.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956842763"/>
                  </a:ext>
                </a:extLst>
              </a:tr>
              <a:tr h="343911">
                <a:tc>
                  <a:txBody>
                    <a:bodyPr/>
                    <a:lstStyle/>
                    <a:p>
                      <a:pPr algn="ctr" rtl="1">
                        <a:lnSpc>
                          <a:spcPct val="107000"/>
                        </a:lnSpc>
                        <a:spcAft>
                          <a:spcPts val="800"/>
                        </a:spcAft>
                      </a:pPr>
                      <a:r>
                        <a:rPr lang="ar-SA" sz="1100" kern="100" dirty="0">
                          <a:effectLst/>
                        </a:rPr>
                        <a:t>منابع اطلاعاتی</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100" kern="100">
                          <a:effectLst/>
                        </a:rPr>
                        <a:t>4</a:t>
                      </a:r>
                      <a:endParaRPr lang="en-US" sz="1100" kern="10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مانند پایگاه داده ها، عبارات جستجو) مورد استفاده برای شناسایی مطالعات را مشخص کنید.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2250246443"/>
                  </a:ext>
                </a:extLst>
              </a:tr>
              <a:tr h="343911">
                <a:tc>
                  <a:txBody>
                    <a:bodyPr/>
                    <a:lstStyle/>
                    <a:p>
                      <a:pPr algn="ctr" rtl="1">
                        <a:lnSpc>
                          <a:spcPct val="107000"/>
                        </a:lnSpc>
                        <a:spcAft>
                          <a:spcPts val="800"/>
                        </a:spcAft>
                      </a:pPr>
                      <a:r>
                        <a:rPr lang="ar-SA" sz="1100" kern="100" dirty="0">
                          <a:effectLst/>
                        </a:rPr>
                        <a:t>خطر سوگیری</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100" kern="100" dirty="0">
                          <a:effectLst/>
                        </a:rPr>
                        <a:t>5</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روش های مورد استفاده برای ارزیابی خطر سوگیری در مطالعات گنجانده شده را مشخص کنید.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3824483357"/>
                  </a:ext>
                </a:extLst>
              </a:tr>
              <a:tr h="227320">
                <a:tc>
                  <a:txBody>
                    <a:bodyPr/>
                    <a:lstStyle/>
                    <a:p>
                      <a:pPr algn="ctr" rtl="1">
                        <a:lnSpc>
                          <a:spcPct val="107000"/>
                        </a:lnSpc>
                        <a:spcAft>
                          <a:spcPts val="800"/>
                        </a:spcAft>
                      </a:pPr>
                      <a:r>
                        <a:rPr lang="ar-SA" sz="1100" kern="100" dirty="0">
                          <a:effectLst/>
                        </a:rPr>
                        <a:t>ترکیب نتایج</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100" kern="100" dirty="0">
                          <a:effectLst/>
                        </a:rPr>
                        <a:t>6</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روش های مورد استفاده برای ارائه و ترکیب نتایج را مشخص کنید.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3240788179"/>
                  </a:ext>
                </a:extLst>
              </a:tr>
              <a:tr h="343911">
                <a:tc>
                  <a:txBody>
                    <a:bodyPr/>
                    <a:lstStyle/>
                    <a:p>
                      <a:pPr algn="ctr" rtl="1">
                        <a:lnSpc>
                          <a:spcPct val="107000"/>
                        </a:lnSpc>
                        <a:spcAft>
                          <a:spcPts val="800"/>
                        </a:spcAft>
                      </a:pPr>
                      <a:r>
                        <a:rPr lang="ar-SA" sz="1100" kern="100" dirty="0">
                          <a:effectLst/>
                        </a:rPr>
                        <a:t>نتایج</a:t>
                      </a:r>
                      <a:r>
                        <a:rPr lang="fa-IR" sz="1100" kern="100" dirty="0">
                          <a:effectLst/>
                        </a:rPr>
                        <a:t> </a:t>
                      </a:r>
                      <a:r>
                        <a:rPr lang="ar-SA" sz="1100" kern="100" dirty="0">
                          <a:effectLst/>
                        </a:rPr>
                        <a:t>مطالعات</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ar-SA" sz="1100" kern="100" dirty="0">
                          <a:effectLst/>
                        </a:rPr>
                        <a:t>7</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تعداد کل مطالعات شامل و شرکت کنندگان را ذکر کنید و ویژگی های مرتبط مطالعات را خلاصه کنید.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2731268059"/>
                  </a:ext>
                </a:extLst>
              </a:tr>
              <a:tr h="603716">
                <a:tc>
                  <a:txBody>
                    <a:bodyPr/>
                    <a:lstStyle/>
                    <a:p>
                      <a:pPr algn="ctr" rtl="1">
                        <a:lnSpc>
                          <a:spcPct val="107000"/>
                        </a:lnSpc>
                        <a:spcAft>
                          <a:spcPts val="800"/>
                        </a:spcAft>
                      </a:pPr>
                      <a:r>
                        <a:rPr lang="ar-SA" sz="1100" kern="100" dirty="0">
                          <a:effectLst/>
                        </a:rPr>
                        <a:t>ترکیب نتایج</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fa-IR" sz="1100" kern="100" dirty="0">
                          <a:effectLst/>
                        </a:rPr>
                        <a:t>8</a:t>
                      </a:r>
                      <a:r>
                        <a:rPr lang="ar-SA" sz="1100" kern="100" dirty="0">
                          <a:effectLst/>
                        </a:rPr>
                        <a: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0">
                        <a:lnSpc>
                          <a:spcPct val="107000"/>
                        </a:lnSpc>
                        <a:spcAft>
                          <a:spcPts val="800"/>
                        </a:spcAft>
                      </a:pPr>
                      <a:r>
                        <a:rPr lang="ar-SA" sz="1100" kern="100" dirty="0">
                          <a:effectLst/>
                        </a:rPr>
                        <a:t>نتایج را برای پیامدهای اصلی ارائه کنید، ترجیحاً تعداد مطالعات شامل و شرکت کنندگان برای هر یک را نشان دهید. اگر متاآنالیز انجام شو</a:t>
                      </a:r>
                      <a:r>
                        <a:rPr lang="fa-IR" sz="1100" kern="100" dirty="0">
                          <a:effectLst/>
                        </a:rPr>
                        <a:t>د </a:t>
                      </a:r>
                      <a:r>
                        <a:rPr lang="ar-SA" sz="1100" kern="100" dirty="0">
                          <a:effectLst/>
                        </a:rPr>
                        <a:t>در خارج، برآورد خلاصه و فاصله اطمینان / معتبر را گزارش کنید. در صورت مقایسه گروه ها، جهت اثر را مشخص کنید (یعنی کدام گروه است</a:t>
                      </a:r>
                      <a:r>
                        <a:rPr lang="fa-IR" sz="1100" kern="100" dirty="0">
                          <a:effectLst/>
                        </a:rPr>
                        <a:t> </a:t>
                      </a:r>
                      <a:r>
                        <a:rPr lang="ar-SA" sz="1100" kern="100" dirty="0">
                          <a:effectLst/>
                        </a:rPr>
                        <a:t>مورد پسند).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2866515790"/>
                  </a:ext>
                </a:extLst>
              </a:tr>
              <a:tr h="392999">
                <a:tc>
                  <a:txBody>
                    <a:bodyPr/>
                    <a:lstStyle/>
                    <a:p>
                      <a:pPr algn="ctr" rtl="0">
                        <a:lnSpc>
                          <a:spcPct val="107000"/>
                        </a:lnSpc>
                        <a:spcAft>
                          <a:spcPts val="800"/>
                        </a:spcAft>
                      </a:pPr>
                      <a:r>
                        <a:rPr lang="ar-SA" sz="1100" kern="100" dirty="0">
                          <a:effectLst/>
                        </a:rPr>
                        <a:t>بحث</a:t>
                      </a:r>
                      <a:r>
                        <a:rPr lang="fa-IR" sz="1100" kern="100" dirty="0">
                          <a:effectLst/>
                        </a:rPr>
                        <a:t> محدودیت ها ی شواهد و مدارک</a:t>
                      </a:r>
                      <a:endParaRPr lang="en-US" sz="1100" kern="100" dirty="0">
                        <a:effectLst/>
                      </a:endParaRPr>
                    </a:p>
                  </a:txBody>
                  <a:tcPr marL="32994" marR="32994" marT="0" marB="0" anchor="ctr"/>
                </a:tc>
                <a:tc>
                  <a:txBody>
                    <a:bodyPr/>
                    <a:lstStyle/>
                    <a:p>
                      <a:pPr algn="ctr" rtl="1">
                        <a:lnSpc>
                          <a:spcPct val="107000"/>
                        </a:lnSpc>
                        <a:spcAft>
                          <a:spcPts val="800"/>
                        </a:spcAft>
                      </a:pPr>
                      <a:r>
                        <a:rPr lang="ar-SA" sz="1100" kern="100" dirty="0">
                          <a:effectLst/>
                        </a:rPr>
                        <a:t>9</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fa-IR" sz="1100" kern="100" dirty="0">
                          <a:effectLst/>
                        </a:rPr>
                        <a:t>خلاصه‌ای از محدودیت‌های شواهد موجود در بررسی ارائه کنید (به عنوان مثال، خطر سوگیری، ناسازگاری و عدم دقت مطالعه)</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184417904"/>
                  </a:ext>
                </a:extLst>
              </a:tr>
              <a:tr h="227320">
                <a:tc>
                  <a:txBody>
                    <a:bodyPr/>
                    <a:lstStyle/>
                    <a:p>
                      <a:pPr algn="ctr" rtl="1">
                        <a:lnSpc>
                          <a:spcPct val="107000"/>
                        </a:lnSpc>
                        <a:spcAft>
                          <a:spcPts val="800"/>
                        </a:spcAft>
                      </a:pPr>
                      <a:r>
                        <a:rPr lang="fa-IR" sz="1100" kern="100" dirty="0">
                          <a:effectLst/>
                        </a:rPr>
                        <a:t>تفسیر</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ctr" rtl="1">
                        <a:lnSpc>
                          <a:spcPct val="107000"/>
                        </a:lnSpc>
                        <a:spcAft>
                          <a:spcPts val="800"/>
                        </a:spcAft>
                      </a:pPr>
                      <a:r>
                        <a:rPr lang="fa-IR" sz="1100" kern="100" dirty="0">
                          <a:effectLst/>
                        </a:rPr>
                        <a:t>10</a:t>
                      </a:r>
                      <a:r>
                        <a:rPr lang="ar-SA" sz="1100" kern="100" dirty="0">
                          <a:effectLst/>
                        </a:rPr>
                        <a: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tc>
                  <a:txBody>
                    <a:bodyPr/>
                    <a:lstStyle/>
                    <a:p>
                      <a:pPr algn="r" rtl="1">
                        <a:lnSpc>
                          <a:spcPct val="107000"/>
                        </a:lnSpc>
                        <a:spcAft>
                          <a:spcPts val="800"/>
                        </a:spcAft>
                      </a:pPr>
                      <a:r>
                        <a:rPr lang="ar-SA" sz="1100" kern="100" dirty="0">
                          <a:effectLst/>
                        </a:rPr>
                        <a:t>یک تفسیر کلی از نتایج و مفاهیم مهم ارائه دهید.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32994" marR="32994" marT="0" marB="0" anchor="ctr"/>
                </a:tc>
                <a:extLst>
                  <a:ext uri="{0D108BD9-81ED-4DB2-BD59-A6C34878D82A}">
                    <a16:rowId xmlns:a16="http://schemas.microsoft.com/office/drawing/2014/main" val="1529845049"/>
                  </a:ext>
                </a:extLst>
              </a:tr>
            </a:tbl>
          </a:graphicData>
        </a:graphic>
      </p:graphicFrame>
    </p:spTree>
    <p:extLst>
      <p:ext uri="{BB962C8B-B14F-4D97-AF65-F5344CB8AC3E}">
        <p14:creationId xmlns:p14="http://schemas.microsoft.com/office/powerpoint/2010/main" val="3690362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DC99-493B-BD3E-4DF6-4695532B7B82}"/>
              </a:ext>
            </a:extLst>
          </p:cNvPr>
          <p:cNvSpPr>
            <a:spLocks noGrp="1"/>
          </p:cNvSpPr>
          <p:nvPr>
            <p:ph type="title"/>
          </p:nvPr>
        </p:nvSpPr>
        <p:spPr>
          <a:xfrm>
            <a:off x="1605064" y="400601"/>
            <a:ext cx="10019917" cy="2021585"/>
          </a:xfrm>
        </p:spPr>
        <p:txBody>
          <a:bodyPr>
            <a:normAutofit fontScale="90000"/>
          </a:bodyPr>
          <a:lstStyle/>
          <a:p>
            <a:pPr algn="r" rtl="1">
              <a:lnSpc>
                <a:spcPct val="107000"/>
              </a:lnSpc>
              <a:spcAft>
                <a:spcPts val="800"/>
              </a:spcAft>
            </a:pPr>
            <a:r>
              <a:rPr lang="fa-IR" sz="2200" dirty="0"/>
              <a:t>این دسته‌ها اهداف جستجو و معیارهای واجد شرایط بودن را توضیح می‌دهند، از جمله روش‌ها و دلایل گنجاندن و حذف برخی سوابق (مانند برخی از مقالات)حاوی کلمات کلیدی بررسی شده نیستند، اما دارای کلمات کلیدی با معانی مشابه هستند، برخی از مقالات حاوی کلمات کلیدی هستند اما آنها را با جزئیات توضیح نمی دهند). دوم، آن</a:t>
            </a:r>
            <a:r>
              <a:rPr lang="en-US" sz="2200" dirty="0"/>
              <a:t> </a:t>
            </a:r>
            <a:r>
              <a:rPr lang="fa-IR" sz="2200" dirty="0"/>
              <a:t>مراحل تجزیه و تحلیل کمی را توصیف می کند که شامل جمع آوری داده ها از نشریات منتخب و هماهنگ کردن مقادیر آنها است. بر اساس این چارچوب، این</a:t>
            </a:r>
            <a:r>
              <a:rPr lang="en-US" sz="2200" dirty="0"/>
              <a:t> </a:t>
            </a:r>
            <a:r>
              <a:rPr lang="fa-IR" sz="2200" dirty="0"/>
              <a:t>بررسی ادبیات انجام شد</a:t>
            </a:r>
            <a:r>
              <a:rPr lang="fa-IR" sz="1800" kern="100" dirty="0">
                <a:effectLst/>
                <a:latin typeface="Calibri" panose="020F0502020204030204" pitchFamily="34" charset="0"/>
                <a:ea typeface="Calibri" panose="020F0502020204030204" pitchFamily="34" charset="0"/>
                <a:cs typeface="Arial" panose="020B0604020202020204" pitchFamily="34" charset="0"/>
              </a:rPr>
              <a:t>.</a:t>
            </a:r>
            <a:br>
              <a:rPr lang="en-US" sz="1800" kern="1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pic>
        <p:nvPicPr>
          <p:cNvPr id="4" name="Picture 3">
            <a:extLst>
              <a:ext uri="{FF2B5EF4-FFF2-40B4-BE49-F238E27FC236}">
                <a16:creationId xmlns:a16="http://schemas.microsoft.com/office/drawing/2014/main" id="{80FDC9EA-3C02-2DC8-BA6C-50AFC093DD62}"/>
              </a:ext>
            </a:extLst>
          </p:cNvPr>
          <p:cNvPicPr>
            <a:picLocks noChangeAspect="1"/>
          </p:cNvPicPr>
          <p:nvPr/>
        </p:nvPicPr>
        <p:blipFill>
          <a:blip r:embed="rId3"/>
          <a:stretch>
            <a:fillRect/>
          </a:stretch>
        </p:blipFill>
        <p:spPr>
          <a:xfrm>
            <a:off x="3611583" y="2548647"/>
            <a:ext cx="5843702" cy="3640008"/>
          </a:xfrm>
          <a:prstGeom prst="rect">
            <a:avLst/>
          </a:prstGeom>
        </p:spPr>
      </p:pic>
      <p:sp>
        <p:nvSpPr>
          <p:cNvPr id="6" name="TextBox 5">
            <a:extLst>
              <a:ext uri="{FF2B5EF4-FFF2-40B4-BE49-F238E27FC236}">
                <a16:creationId xmlns:a16="http://schemas.microsoft.com/office/drawing/2014/main" id="{9CC4B7C3-8CF5-C05A-E6E8-79DD4F6CC0E5}"/>
              </a:ext>
            </a:extLst>
          </p:cNvPr>
          <p:cNvSpPr txBox="1"/>
          <p:nvPr/>
        </p:nvSpPr>
        <p:spPr>
          <a:xfrm>
            <a:off x="4076337" y="6188655"/>
            <a:ext cx="4039326" cy="373757"/>
          </a:xfrm>
          <a:prstGeom prst="rect">
            <a:avLst/>
          </a:prstGeom>
          <a:noFill/>
        </p:spPr>
        <p:txBody>
          <a:bodyPr wrap="square">
            <a:spAutoFit/>
          </a:bodyPr>
          <a:lstStyle/>
          <a:p>
            <a:pPr rtl="1">
              <a:lnSpc>
                <a:spcPct val="107000"/>
              </a:lnSpc>
              <a:spcAft>
                <a:spcPts val="800"/>
              </a:spcAft>
            </a:pPr>
            <a:r>
              <a:rPr lang="en-US" sz="1800" kern="100" dirty="0">
                <a:effectLst/>
                <a:latin typeface="Calibri" panose="020F0502020204030204" pitchFamily="34" charset="0"/>
                <a:ea typeface="Calibri" panose="020F0502020204030204" pitchFamily="34" charset="0"/>
                <a:cs typeface="Arial" panose="020B0604020202020204" pitchFamily="34" charset="0"/>
              </a:rPr>
              <a:t>R to achieve CE goals (Chau et al., 2021)</a:t>
            </a:r>
            <a:r>
              <a:rPr lang="fa-IR" sz="1800" kern="100" dirty="0">
                <a:effectLst/>
                <a:latin typeface="Calibri" panose="020F0502020204030204" pitchFamily="34" charset="0"/>
                <a:ea typeface="Calibri" panose="020F0502020204030204" pitchFamily="34" charset="0"/>
                <a:cs typeface="Arial" panose="020B0604020202020204" pitchFamily="34" charset="0"/>
              </a:rPr>
              <a:t>6</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1272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DE2B8-36C7-A2E9-234C-DCE7349EDBAB}"/>
              </a:ext>
            </a:extLst>
          </p:cNvPr>
          <p:cNvSpPr>
            <a:spLocks noGrp="1"/>
          </p:cNvSpPr>
          <p:nvPr>
            <p:ph type="title"/>
          </p:nvPr>
        </p:nvSpPr>
        <p:spPr>
          <a:xfrm>
            <a:off x="2301095" y="497651"/>
            <a:ext cx="8911687" cy="552937"/>
          </a:xfrm>
        </p:spPr>
        <p:txBody>
          <a:bodyPr>
            <a:normAutofit fontScale="90000"/>
          </a:bodyPr>
          <a:lstStyle/>
          <a:p>
            <a:pPr algn="r" rtl="1"/>
            <a:r>
              <a:rPr lang="ar-SA" sz="1800" dirty="0"/>
              <a:t>ج</a:t>
            </a:r>
            <a:r>
              <a:rPr lang="fa-IR" sz="1800" dirty="0"/>
              <a:t>د</a:t>
            </a:r>
            <a:r>
              <a:rPr lang="ar-SA" sz="1800" dirty="0"/>
              <a:t>ول 2 :توضیح شش مدل کسب و کار در چارچوب </a:t>
            </a:r>
            <a:r>
              <a:rPr lang="en-US" sz="1800" dirty="0" err="1"/>
              <a:t>ReSOLVE</a:t>
            </a:r>
            <a:r>
              <a:rPr lang="ar-SA" sz="1800" kern="100" dirty="0">
                <a:effectLst/>
                <a:latin typeface="Calibri" panose="020F0502020204030204" pitchFamily="34" charset="0"/>
                <a:ea typeface="Calibri" panose="020F0502020204030204" pitchFamily="34" charset="0"/>
                <a:cs typeface="Arial" panose="020B0604020202020204" pitchFamily="34" charset="0"/>
              </a:rPr>
              <a:t>.</a:t>
            </a:r>
            <a:br>
              <a:rPr lang="en-US" sz="1800" kern="1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graphicFrame>
        <p:nvGraphicFramePr>
          <p:cNvPr id="7" name="Table 6">
            <a:extLst>
              <a:ext uri="{FF2B5EF4-FFF2-40B4-BE49-F238E27FC236}">
                <a16:creationId xmlns:a16="http://schemas.microsoft.com/office/drawing/2014/main" id="{565CC06A-D1F3-76E6-53FE-B54AAB2A2356}"/>
              </a:ext>
            </a:extLst>
          </p:cNvPr>
          <p:cNvGraphicFramePr>
            <a:graphicFrameLocks noGrp="1"/>
          </p:cNvGraphicFramePr>
          <p:nvPr>
            <p:extLst>
              <p:ext uri="{D42A27DB-BD31-4B8C-83A1-F6EECF244321}">
                <p14:modId xmlns:p14="http://schemas.microsoft.com/office/powerpoint/2010/main" val="3346619150"/>
              </p:ext>
            </p:extLst>
          </p:nvPr>
        </p:nvGraphicFramePr>
        <p:xfrm>
          <a:off x="1605064" y="1050589"/>
          <a:ext cx="9948434" cy="5554494"/>
        </p:xfrm>
        <a:graphic>
          <a:graphicData uri="http://schemas.openxmlformats.org/drawingml/2006/table">
            <a:tbl>
              <a:tblPr rtl="1" firstRow="1" firstCol="1" bandRow="1">
                <a:tableStyleId>{5C22544A-7EE6-4342-B048-85BDC9FD1C3A}</a:tableStyleId>
              </a:tblPr>
              <a:tblGrid>
                <a:gridCol w="1689651">
                  <a:extLst>
                    <a:ext uri="{9D8B030D-6E8A-4147-A177-3AD203B41FA5}">
                      <a16:colId xmlns:a16="http://schemas.microsoft.com/office/drawing/2014/main" val="3201741629"/>
                    </a:ext>
                  </a:extLst>
                </a:gridCol>
                <a:gridCol w="8258783">
                  <a:extLst>
                    <a:ext uri="{9D8B030D-6E8A-4147-A177-3AD203B41FA5}">
                      <a16:colId xmlns:a16="http://schemas.microsoft.com/office/drawing/2014/main" val="2790473753"/>
                    </a:ext>
                  </a:extLst>
                </a:gridCol>
              </a:tblGrid>
              <a:tr h="706581">
                <a:tc>
                  <a:txBody>
                    <a:bodyPr/>
                    <a:lstStyle/>
                    <a:p>
                      <a:pPr algn="ctr" rtl="1">
                        <a:lnSpc>
                          <a:spcPct val="107000"/>
                        </a:lnSpc>
                        <a:spcAft>
                          <a:spcPts val="800"/>
                        </a:spcAft>
                      </a:pPr>
                      <a:r>
                        <a:rPr lang="ar-SA" sz="1600" kern="1200" dirty="0">
                          <a:solidFill>
                            <a:schemeClr val="bg1"/>
                          </a:solidFill>
                          <a:latin typeface="+mj-lt"/>
                          <a:ea typeface="+mj-ea"/>
                          <a:cs typeface="+mj-cs"/>
                        </a:rPr>
                        <a:t>کسب و کار</a:t>
                      </a:r>
                      <a:endParaRPr lang="en-US" sz="1600" kern="1200" dirty="0">
                        <a:solidFill>
                          <a:schemeClr val="bg1"/>
                        </a:solidFill>
                        <a:latin typeface="+mj-lt"/>
                        <a:ea typeface="+mj-ea"/>
                        <a:cs typeface="+mj-cs"/>
                      </a:endParaRPr>
                    </a:p>
                  </a:txBody>
                  <a:tcPr marL="55202" marR="55202" marT="0" marB="0" anchor="ctr"/>
                </a:tc>
                <a:tc>
                  <a:txBody>
                    <a:bodyPr/>
                    <a:lstStyle/>
                    <a:p>
                      <a:pPr algn="ctr" rtl="1">
                        <a:lnSpc>
                          <a:spcPct val="107000"/>
                        </a:lnSpc>
                        <a:spcAft>
                          <a:spcPts val="800"/>
                        </a:spcAft>
                      </a:pPr>
                      <a:r>
                        <a:rPr lang="ar-SA" sz="1600" kern="1200" dirty="0">
                          <a:solidFill>
                            <a:schemeClr val="bg1"/>
                          </a:solidFill>
                          <a:latin typeface="+mj-lt"/>
                          <a:ea typeface="+mj-ea"/>
                          <a:cs typeface="+mj-cs"/>
                        </a:rPr>
                        <a:t>توضیحات</a:t>
                      </a:r>
                      <a:endParaRPr lang="en-US" sz="1600" kern="1200" dirty="0">
                        <a:solidFill>
                          <a:schemeClr val="bg1"/>
                        </a:solidFill>
                        <a:latin typeface="+mj-lt"/>
                        <a:ea typeface="+mj-ea"/>
                        <a:cs typeface="+mj-cs"/>
                      </a:endParaRPr>
                    </a:p>
                  </a:txBody>
                  <a:tcPr marL="55202" marR="55202" marT="0" marB="0" anchor="ctr"/>
                </a:tc>
                <a:extLst>
                  <a:ext uri="{0D108BD9-81ED-4DB2-BD59-A6C34878D82A}">
                    <a16:rowId xmlns:a16="http://schemas.microsoft.com/office/drawing/2014/main" val="3624409066"/>
                  </a:ext>
                </a:extLst>
              </a:tr>
              <a:tr h="886936">
                <a:tc>
                  <a:txBody>
                    <a:bodyPr/>
                    <a:lstStyle/>
                    <a:p>
                      <a:pPr algn="ctr" rtl="1">
                        <a:lnSpc>
                          <a:spcPct val="107000"/>
                        </a:lnSpc>
                        <a:spcAft>
                          <a:spcPts val="800"/>
                        </a:spcAft>
                      </a:pPr>
                      <a:r>
                        <a:rPr lang="ar-SA" sz="1600" kern="1200" dirty="0">
                          <a:solidFill>
                            <a:schemeClr val="bg1"/>
                          </a:solidFill>
                          <a:latin typeface="+mj-lt"/>
                          <a:ea typeface="+mj-ea"/>
                          <a:cs typeface="+mj-cs"/>
                        </a:rPr>
                        <a:t>بازسازی</a:t>
                      </a:r>
                      <a:endParaRPr lang="en-US" sz="1600" kern="1200" dirty="0">
                        <a:solidFill>
                          <a:schemeClr val="bg1"/>
                        </a:solidFill>
                        <a:latin typeface="+mj-lt"/>
                        <a:ea typeface="+mj-ea"/>
                        <a:cs typeface="+mj-cs"/>
                      </a:endParaRPr>
                    </a:p>
                  </a:txBody>
                  <a:tcPr marL="55202" marR="55202" marT="0" marB="0" anchor="ctr"/>
                </a:tc>
                <a:tc>
                  <a:txBody>
                    <a:bodyPr/>
                    <a:lstStyle/>
                    <a:p>
                      <a:pPr algn="r" rtl="1">
                        <a:lnSpc>
                          <a:spcPct val="107000"/>
                        </a:lnSpc>
                        <a:spcAft>
                          <a:spcPts val="800"/>
                        </a:spcAft>
                      </a:pPr>
                      <a:r>
                        <a:rPr lang="ar-SA" sz="1600" kern="1200" dirty="0">
                          <a:solidFill>
                            <a:schemeClr val="tx1">
                              <a:lumMod val="85000"/>
                              <a:lumOff val="15000"/>
                            </a:schemeClr>
                          </a:solidFill>
                          <a:latin typeface="+mj-lt"/>
                          <a:ea typeface="+mj-ea"/>
                          <a:cs typeface="+mj-cs"/>
                        </a:rPr>
                        <a:t>این مدل کسب و کار مبتنی بر تغییر به سمت انرژی و مواد تجدیدپذیر است. چرخه های بیولوژیکی برای فعال کردن گردش انرژی و مواد و تبدیل استفاده می شود</a:t>
                      </a:r>
                      <a:r>
                        <a:rPr lang="fa-IR" sz="1600" kern="1200" dirty="0">
                          <a:solidFill>
                            <a:schemeClr val="tx1">
                              <a:lumMod val="85000"/>
                              <a:lumOff val="15000"/>
                            </a:schemeClr>
                          </a:solidFill>
                          <a:latin typeface="+mj-lt"/>
                          <a:ea typeface="+mj-ea"/>
                          <a:cs typeface="+mj-cs"/>
                        </a:rPr>
                        <a:t> </a:t>
                      </a:r>
                      <a:r>
                        <a:rPr lang="ar-SA" sz="1600" kern="1200" dirty="0">
                          <a:solidFill>
                            <a:schemeClr val="tx1">
                              <a:lumMod val="85000"/>
                              <a:lumOff val="15000"/>
                            </a:schemeClr>
                          </a:solidFill>
                          <a:latin typeface="+mj-lt"/>
                          <a:ea typeface="+mj-ea"/>
                          <a:cs typeface="+mj-cs"/>
                        </a:rPr>
                        <a:t>زباله های آلی به منابع انرژی و مواد خام برای زنجیره های دیگر تبدیل می شوند.</a:t>
                      </a:r>
                      <a:endParaRPr lang="en-US" sz="1600" kern="1200" dirty="0">
                        <a:solidFill>
                          <a:schemeClr val="tx1">
                            <a:lumMod val="85000"/>
                            <a:lumOff val="15000"/>
                          </a:schemeClr>
                        </a:solidFill>
                        <a:latin typeface="+mj-lt"/>
                        <a:ea typeface="+mj-ea"/>
                        <a:cs typeface="+mj-cs"/>
                      </a:endParaRPr>
                    </a:p>
                  </a:txBody>
                  <a:tcPr marL="55202" marR="55202" marT="0" marB="0" anchor="ctr"/>
                </a:tc>
                <a:extLst>
                  <a:ext uri="{0D108BD9-81ED-4DB2-BD59-A6C34878D82A}">
                    <a16:rowId xmlns:a16="http://schemas.microsoft.com/office/drawing/2014/main" val="3440529798"/>
                  </a:ext>
                </a:extLst>
              </a:tr>
              <a:tr h="1129943">
                <a:tc>
                  <a:txBody>
                    <a:bodyPr/>
                    <a:lstStyle/>
                    <a:p>
                      <a:pPr algn="ctr" rtl="1">
                        <a:lnSpc>
                          <a:spcPct val="107000"/>
                        </a:lnSpc>
                        <a:spcAft>
                          <a:spcPts val="800"/>
                        </a:spcAft>
                      </a:pPr>
                      <a:r>
                        <a:rPr lang="ar-SA" sz="1600" kern="1200" dirty="0">
                          <a:solidFill>
                            <a:schemeClr val="bg1"/>
                          </a:solidFill>
                          <a:latin typeface="+mj-lt"/>
                          <a:ea typeface="+mj-ea"/>
                          <a:cs typeface="+mj-cs"/>
                        </a:rPr>
                        <a:t>اشتراک گداری</a:t>
                      </a:r>
                      <a:endParaRPr lang="en-US" sz="1600" kern="1200" dirty="0">
                        <a:solidFill>
                          <a:schemeClr val="bg1"/>
                        </a:solidFill>
                        <a:latin typeface="+mj-lt"/>
                        <a:ea typeface="+mj-ea"/>
                        <a:cs typeface="+mj-cs"/>
                      </a:endParaRPr>
                    </a:p>
                  </a:txBody>
                  <a:tcPr marL="55202" marR="55202" marT="0" marB="0" anchor="ctr"/>
                </a:tc>
                <a:tc>
                  <a:txBody>
                    <a:bodyPr/>
                    <a:lstStyle/>
                    <a:p>
                      <a:pPr algn="r" rtl="0">
                        <a:lnSpc>
                          <a:spcPct val="107000"/>
                        </a:lnSpc>
                        <a:spcAft>
                          <a:spcPts val="800"/>
                        </a:spcAft>
                      </a:pPr>
                      <a:r>
                        <a:rPr lang="ar-SA" sz="1600" kern="1200" dirty="0">
                          <a:solidFill>
                            <a:schemeClr val="tx1">
                              <a:lumMod val="85000"/>
                              <a:lumOff val="15000"/>
                            </a:schemeClr>
                          </a:solidFill>
                          <a:latin typeface="+mj-lt"/>
                          <a:ea typeface="+mj-ea"/>
                          <a:cs typeface="+mj-cs"/>
                        </a:rPr>
                        <a:t>دارایی ها بین افراد به اشتراک گذاشته می شود (اشتراک همتا به همتا محصولات خصوصی یا اشتراک عمومی مجموعه ای از محصولات). در نتیجه، محصولات باید</a:t>
                      </a:r>
                      <a:r>
                        <a:rPr lang="fa-IR" sz="1600" kern="1200" dirty="0">
                          <a:solidFill>
                            <a:schemeClr val="tx1">
                              <a:lumMod val="85000"/>
                              <a:lumOff val="15000"/>
                            </a:schemeClr>
                          </a:solidFill>
                          <a:latin typeface="+mj-lt"/>
                          <a:ea typeface="+mj-ea"/>
                          <a:cs typeface="+mj-cs"/>
                        </a:rPr>
                        <a:t> </a:t>
                      </a:r>
                      <a:r>
                        <a:rPr lang="ar-SA" sz="1600" kern="1200" dirty="0">
                          <a:solidFill>
                            <a:schemeClr val="tx1">
                              <a:lumMod val="85000"/>
                              <a:lumOff val="15000"/>
                            </a:schemeClr>
                          </a:solidFill>
                          <a:latin typeface="+mj-lt"/>
                          <a:ea typeface="+mj-ea"/>
                          <a:cs typeface="+mj-cs"/>
                        </a:rPr>
                        <a:t>به گونه ای طراحی شود که توسط تولیدکنندگان دوام بیشتری داشته باشد و تعمیر و نگهداری باید در دسترس باشد تا امکان استفاده مجدد و افزایش عمر محصول فراهم شود</a:t>
                      </a:r>
                      <a:endParaRPr lang="en-US" sz="1600" kern="1200" dirty="0">
                        <a:solidFill>
                          <a:schemeClr val="tx1">
                            <a:lumMod val="85000"/>
                            <a:lumOff val="15000"/>
                          </a:schemeClr>
                        </a:solidFill>
                        <a:latin typeface="+mj-lt"/>
                        <a:ea typeface="+mj-ea"/>
                        <a:cs typeface="+mj-cs"/>
                      </a:endParaRPr>
                    </a:p>
                  </a:txBody>
                  <a:tcPr marL="55202" marR="55202" marT="0" marB="0" anchor="ctr"/>
                </a:tc>
                <a:extLst>
                  <a:ext uri="{0D108BD9-81ED-4DB2-BD59-A6C34878D82A}">
                    <a16:rowId xmlns:a16="http://schemas.microsoft.com/office/drawing/2014/main" val="1881327716"/>
                  </a:ext>
                </a:extLst>
              </a:tr>
              <a:tr h="1070711">
                <a:tc>
                  <a:txBody>
                    <a:bodyPr/>
                    <a:lstStyle/>
                    <a:p>
                      <a:pPr algn="ctr" rtl="1">
                        <a:lnSpc>
                          <a:spcPct val="107000"/>
                        </a:lnSpc>
                        <a:spcAft>
                          <a:spcPts val="800"/>
                        </a:spcAft>
                      </a:pPr>
                      <a:r>
                        <a:rPr lang="ar-SA" sz="1600" kern="1200" dirty="0">
                          <a:solidFill>
                            <a:schemeClr val="bg1"/>
                          </a:solidFill>
                          <a:latin typeface="+mj-lt"/>
                          <a:ea typeface="+mj-ea"/>
                          <a:cs typeface="+mj-cs"/>
                        </a:rPr>
                        <a:t>بهینه س</a:t>
                      </a:r>
                      <a:r>
                        <a:rPr lang="fa-IR" sz="1600" kern="1200" dirty="0">
                          <a:solidFill>
                            <a:schemeClr val="bg1"/>
                          </a:solidFill>
                          <a:latin typeface="+mj-lt"/>
                          <a:ea typeface="+mj-ea"/>
                          <a:cs typeface="+mj-cs"/>
                        </a:rPr>
                        <a:t>ا</a:t>
                      </a:r>
                      <a:r>
                        <a:rPr lang="ar-SA" sz="1600" kern="1200" dirty="0">
                          <a:solidFill>
                            <a:schemeClr val="bg1"/>
                          </a:solidFill>
                          <a:latin typeface="+mj-lt"/>
                          <a:ea typeface="+mj-ea"/>
                          <a:cs typeface="+mj-cs"/>
                        </a:rPr>
                        <a:t>زی</a:t>
                      </a:r>
                      <a:endParaRPr lang="en-US" sz="1600" kern="1200" dirty="0">
                        <a:solidFill>
                          <a:schemeClr val="bg1"/>
                        </a:solidFill>
                        <a:latin typeface="+mj-lt"/>
                        <a:ea typeface="+mj-ea"/>
                        <a:cs typeface="+mj-cs"/>
                      </a:endParaRPr>
                    </a:p>
                  </a:txBody>
                  <a:tcPr marL="55202" marR="55202" marT="0" marB="0" anchor="ctr"/>
                </a:tc>
                <a:tc>
                  <a:txBody>
                    <a:bodyPr/>
                    <a:lstStyle/>
                    <a:p>
                      <a:pPr marL="0" algn="r" defTabSz="457200" rtl="0" eaLnBrk="1" latinLnBrk="0" hangingPunct="1">
                        <a:lnSpc>
                          <a:spcPct val="107000"/>
                        </a:lnSpc>
                        <a:spcAft>
                          <a:spcPts val="800"/>
                        </a:spcAft>
                      </a:pPr>
                      <a:r>
                        <a:rPr lang="fa-IR" sz="1600" kern="1200" dirty="0">
                          <a:solidFill>
                            <a:schemeClr val="tx1">
                              <a:lumMod val="85000"/>
                              <a:lumOff val="15000"/>
                            </a:schemeClr>
                          </a:solidFill>
                          <a:latin typeface="+mj-lt"/>
                          <a:ea typeface="+mj-ea"/>
                          <a:cs typeface="+mj-cs"/>
                        </a:rPr>
                        <a:t>ا</a:t>
                      </a:r>
                      <a:r>
                        <a:rPr lang="ar-SA" sz="1600" kern="1200" dirty="0">
                          <a:solidFill>
                            <a:schemeClr val="tx1">
                              <a:lumMod val="85000"/>
                              <a:lumOff val="15000"/>
                            </a:schemeClr>
                          </a:solidFill>
                          <a:latin typeface="+mj-lt"/>
                          <a:ea typeface="+mj-ea"/>
                          <a:cs typeface="+mj-cs"/>
                        </a:rPr>
                        <a:t>ین مدل کسب‌وکار سازمان‌ها را ملزم می‌کند که از فناوری‌های تولید دیجیتال مانند اینترنت اشیا، اتوماسیون و کلان داده‌ها برای کاهش ضایعات در سیستم‌های تولید استفاده کنند</a:t>
                      </a:r>
                      <a:endParaRPr lang="en-US" sz="1600" kern="1200" dirty="0">
                        <a:solidFill>
                          <a:schemeClr val="tx1">
                            <a:lumMod val="85000"/>
                            <a:lumOff val="15000"/>
                          </a:schemeClr>
                        </a:solidFill>
                        <a:latin typeface="+mj-lt"/>
                        <a:ea typeface="+mj-ea"/>
                        <a:cs typeface="+mj-cs"/>
                      </a:endParaRPr>
                    </a:p>
                    <a:p>
                      <a:pPr marL="0" algn="r" defTabSz="457200" rtl="0" eaLnBrk="1" latinLnBrk="0" hangingPunct="1">
                        <a:lnSpc>
                          <a:spcPct val="107000"/>
                        </a:lnSpc>
                        <a:spcAft>
                          <a:spcPts val="800"/>
                        </a:spcAft>
                      </a:pPr>
                      <a:r>
                        <a:rPr lang="ar-SA" sz="1600" kern="1200" dirty="0">
                          <a:solidFill>
                            <a:schemeClr val="tx1">
                              <a:lumMod val="85000"/>
                              <a:lumOff val="15000"/>
                            </a:schemeClr>
                          </a:solidFill>
                          <a:latin typeface="+mj-lt"/>
                          <a:ea typeface="+mj-ea"/>
                          <a:cs typeface="+mj-cs"/>
                        </a:rPr>
                        <a:t>در سراسر زنجیره تامین در نتیجه، سازمان ها از افزایش عملکرد سود خواهند برد</a:t>
                      </a:r>
                      <a:endParaRPr lang="en-US" sz="1600" kern="1200" dirty="0">
                        <a:solidFill>
                          <a:schemeClr val="tx1">
                            <a:lumMod val="85000"/>
                            <a:lumOff val="15000"/>
                          </a:schemeClr>
                        </a:solidFill>
                        <a:latin typeface="+mj-lt"/>
                        <a:ea typeface="+mj-ea"/>
                        <a:cs typeface="+mj-cs"/>
                      </a:endParaRPr>
                    </a:p>
                  </a:txBody>
                  <a:tcPr marL="55202" marR="55202" marT="0" marB="0" anchor="ctr"/>
                </a:tc>
                <a:extLst>
                  <a:ext uri="{0D108BD9-81ED-4DB2-BD59-A6C34878D82A}">
                    <a16:rowId xmlns:a16="http://schemas.microsoft.com/office/drawing/2014/main" val="144719006"/>
                  </a:ext>
                </a:extLst>
              </a:tr>
              <a:tr h="726145">
                <a:tc>
                  <a:txBody>
                    <a:bodyPr/>
                    <a:lstStyle/>
                    <a:p>
                      <a:pPr algn="ctr" rtl="1">
                        <a:lnSpc>
                          <a:spcPct val="107000"/>
                        </a:lnSpc>
                        <a:spcAft>
                          <a:spcPts val="800"/>
                        </a:spcAft>
                      </a:pPr>
                      <a:r>
                        <a:rPr lang="ar-SA" sz="1600" kern="1200" dirty="0">
                          <a:solidFill>
                            <a:schemeClr val="bg1"/>
                          </a:solidFill>
                          <a:latin typeface="+mj-lt"/>
                          <a:ea typeface="+mj-ea"/>
                          <a:cs typeface="+mj-cs"/>
                        </a:rPr>
                        <a:t>چرخه</a:t>
                      </a:r>
                      <a:endParaRPr lang="en-US" sz="1600" kern="1200" dirty="0">
                        <a:solidFill>
                          <a:schemeClr val="bg1"/>
                        </a:solidFill>
                        <a:latin typeface="+mj-lt"/>
                        <a:ea typeface="+mj-ea"/>
                        <a:cs typeface="+mj-cs"/>
                      </a:endParaRPr>
                    </a:p>
                  </a:txBody>
                  <a:tcPr marL="55202" marR="55202" marT="0" marB="0" anchor="ctr"/>
                </a:tc>
                <a:tc>
                  <a:txBody>
                    <a:bodyPr/>
                    <a:lstStyle/>
                    <a:p>
                      <a:pPr algn="r" rtl="0">
                        <a:lnSpc>
                          <a:spcPct val="107000"/>
                        </a:lnSpc>
                        <a:spcAft>
                          <a:spcPts val="800"/>
                        </a:spcAft>
                      </a:pPr>
                      <a:r>
                        <a:rPr lang="ar-SA" sz="1600" kern="1200" dirty="0">
                          <a:solidFill>
                            <a:schemeClr val="tx1">
                              <a:lumMod val="85000"/>
                              <a:lumOff val="15000"/>
                            </a:schemeClr>
                          </a:solidFill>
                          <a:latin typeface="+mj-lt"/>
                          <a:ea typeface="+mj-ea"/>
                          <a:cs typeface="+mj-cs"/>
                        </a:rPr>
                        <a:t>هدف این مدل کسب‌وکار ترویج گردش مواد خام و انرژی است. بنابراین، طراحی، تولید و زنجیره تامین باید از روی آن تنظیم شود</a:t>
                      </a:r>
                      <a:r>
                        <a:rPr lang="fa-IR" sz="1600" kern="1200" dirty="0">
                          <a:solidFill>
                            <a:schemeClr val="tx1">
                              <a:lumMod val="85000"/>
                              <a:lumOff val="15000"/>
                            </a:schemeClr>
                          </a:solidFill>
                          <a:latin typeface="+mj-lt"/>
                          <a:ea typeface="+mj-ea"/>
                          <a:cs typeface="+mj-cs"/>
                        </a:rPr>
                        <a:t>.</a:t>
                      </a:r>
                      <a:r>
                        <a:rPr lang="ar-SA" sz="1600" kern="1200" dirty="0">
                          <a:solidFill>
                            <a:schemeClr val="tx1">
                              <a:lumMod val="85000"/>
                              <a:lumOff val="15000"/>
                            </a:schemeClr>
                          </a:solidFill>
                          <a:latin typeface="+mj-lt"/>
                          <a:ea typeface="+mj-ea"/>
                          <a:cs typeface="+mj-cs"/>
                        </a:rPr>
                        <a:t>چشم انداز کل چرخه زندگی</a:t>
                      </a:r>
                      <a:endParaRPr lang="en-US" sz="1600" kern="1200" dirty="0">
                        <a:solidFill>
                          <a:schemeClr val="tx1">
                            <a:lumMod val="85000"/>
                            <a:lumOff val="15000"/>
                          </a:schemeClr>
                        </a:solidFill>
                        <a:latin typeface="+mj-lt"/>
                        <a:ea typeface="+mj-ea"/>
                        <a:cs typeface="+mj-cs"/>
                      </a:endParaRPr>
                    </a:p>
                  </a:txBody>
                  <a:tcPr marL="55202" marR="55202" marT="0" marB="0" anchor="ctr"/>
                </a:tc>
                <a:extLst>
                  <a:ext uri="{0D108BD9-81ED-4DB2-BD59-A6C34878D82A}">
                    <a16:rowId xmlns:a16="http://schemas.microsoft.com/office/drawing/2014/main" val="3915359328"/>
                  </a:ext>
                </a:extLst>
              </a:tr>
              <a:tr h="517089">
                <a:tc>
                  <a:txBody>
                    <a:bodyPr/>
                    <a:lstStyle/>
                    <a:p>
                      <a:pPr algn="ctr" rtl="1">
                        <a:lnSpc>
                          <a:spcPct val="107000"/>
                        </a:lnSpc>
                        <a:spcAft>
                          <a:spcPts val="800"/>
                        </a:spcAft>
                      </a:pPr>
                      <a:r>
                        <a:rPr lang="ar-SA" sz="1600" kern="1200" dirty="0">
                          <a:solidFill>
                            <a:schemeClr val="bg1"/>
                          </a:solidFill>
                          <a:latin typeface="+mj-lt"/>
                          <a:ea typeface="+mj-ea"/>
                          <a:cs typeface="+mj-cs"/>
                        </a:rPr>
                        <a:t>مجازی سازی</a:t>
                      </a:r>
                      <a:endParaRPr lang="en-US" sz="1600" kern="1200" dirty="0">
                        <a:solidFill>
                          <a:schemeClr val="bg1"/>
                        </a:solidFill>
                        <a:latin typeface="+mj-lt"/>
                        <a:ea typeface="+mj-ea"/>
                        <a:cs typeface="+mj-cs"/>
                      </a:endParaRPr>
                    </a:p>
                  </a:txBody>
                  <a:tcPr marL="55202" marR="55202" marT="0" marB="0" anchor="ctr"/>
                </a:tc>
                <a:tc>
                  <a:txBody>
                    <a:bodyPr/>
                    <a:lstStyle/>
                    <a:p>
                      <a:pPr algn="r" rtl="0">
                        <a:lnSpc>
                          <a:spcPct val="107000"/>
                        </a:lnSpc>
                        <a:spcAft>
                          <a:spcPts val="800"/>
                        </a:spcAft>
                      </a:pPr>
                      <a:r>
                        <a:rPr lang="fa-IR" sz="1600" kern="1200" dirty="0">
                          <a:solidFill>
                            <a:schemeClr val="tx1">
                              <a:lumMod val="85000"/>
                              <a:lumOff val="15000"/>
                            </a:schemeClr>
                          </a:solidFill>
                          <a:latin typeface="+mj-lt"/>
                          <a:ea typeface="+mj-ea"/>
                          <a:cs typeface="+mj-cs"/>
                        </a:rPr>
                        <a:t>ای</a:t>
                      </a:r>
                      <a:r>
                        <a:rPr lang="ar-SA" sz="1600" kern="1200" dirty="0">
                          <a:solidFill>
                            <a:schemeClr val="tx1">
                              <a:lumMod val="85000"/>
                              <a:lumOff val="15000"/>
                            </a:schemeClr>
                          </a:solidFill>
                          <a:latin typeface="+mj-lt"/>
                          <a:ea typeface="+mj-ea"/>
                          <a:cs typeface="+mj-cs"/>
                        </a:rPr>
                        <a:t>ن مدل کسب و کار متمرکز بر خدمات است که محصولات فیزیکی را جایگزین محصولات مجازی و غیر مادی می کند</a:t>
                      </a:r>
                      <a:endParaRPr lang="en-US" sz="1600" kern="1200" dirty="0">
                        <a:solidFill>
                          <a:schemeClr val="tx1">
                            <a:lumMod val="85000"/>
                            <a:lumOff val="15000"/>
                          </a:schemeClr>
                        </a:solidFill>
                        <a:latin typeface="+mj-lt"/>
                        <a:ea typeface="+mj-ea"/>
                        <a:cs typeface="+mj-cs"/>
                      </a:endParaRPr>
                    </a:p>
                  </a:txBody>
                  <a:tcPr marL="55202" marR="55202" marT="0" marB="0" anchor="ctr"/>
                </a:tc>
                <a:extLst>
                  <a:ext uri="{0D108BD9-81ED-4DB2-BD59-A6C34878D82A}">
                    <a16:rowId xmlns:a16="http://schemas.microsoft.com/office/drawing/2014/main" val="2740184188"/>
                  </a:ext>
                </a:extLst>
              </a:tr>
              <a:tr h="517089">
                <a:tc>
                  <a:txBody>
                    <a:bodyPr/>
                    <a:lstStyle/>
                    <a:p>
                      <a:pPr algn="ctr" rtl="1">
                        <a:lnSpc>
                          <a:spcPct val="107000"/>
                        </a:lnSpc>
                        <a:spcAft>
                          <a:spcPts val="800"/>
                        </a:spcAft>
                      </a:pPr>
                      <a:r>
                        <a:rPr lang="ar-SA" sz="1600" kern="1200" dirty="0">
                          <a:solidFill>
                            <a:schemeClr val="bg1"/>
                          </a:solidFill>
                          <a:latin typeface="+mj-lt"/>
                          <a:ea typeface="+mj-ea"/>
                          <a:cs typeface="+mj-cs"/>
                        </a:rPr>
                        <a:t>تبادل</a:t>
                      </a:r>
                      <a:endParaRPr lang="en-US" sz="1600" kern="1200" dirty="0">
                        <a:solidFill>
                          <a:schemeClr val="bg1"/>
                        </a:solidFill>
                        <a:latin typeface="+mj-lt"/>
                        <a:ea typeface="+mj-ea"/>
                        <a:cs typeface="+mj-cs"/>
                      </a:endParaRPr>
                    </a:p>
                  </a:txBody>
                  <a:tcPr marL="55202" marR="55202" marT="0" marB="0" anchor="ctr"/>
                </a:tc>
                <a:tc>
                  <a:txBody>
                    <a:bodyPr/>
                    <a:lstStyle/>
                    <a:p>
                      <a:pPr algn="r" rtl="0">
                        <a:lnSpc>
                          <a:spcPct val="107000"/>
                        </a:lnSpc>
                        <a:spcAft>
                          <a:spcPts val="800"/>
                        </a:spcAft>
                      </a:pPr>
                      <a:r>
                        <a:rPr lang="ar-SA" sz="1600" kern="1200" dirty="0">
                          <a:solidFill>
                            <a:schemeClr val="tx1">
                              <a:lumMod val="85000"/>
                              <a:lumOff val="15000"/>
                            </a:schemeClr>
                          </a:solidFill>
                          <a:latin typeface="+mj-lt"/>
                          <a:ea typeface="+mj-ea"/>
                          <a:cs typeface="+mj-cs"/>
                        </a:rPr>
                        <a:t>این شامل جایگزینی کالاهای قدیمی و غیر قابل تجدید به جای کالاهای پیشرفته و تجدیدپذیر است</a:t>
                      </a:r>
                      <a:endParaRPr lang="en-US" sz="1600" kern="1200" dirty="0">
                        <a:solidFill>
                          <a:schemeClr val="tx1">
                            <a:lumMod val="85000"/>
                            <a:lumOff val="15000"/>
                          </a:schemeClr>
                        </a:solidFill>
                        <a:latin typeface="+mj-lt"/>
                        <a:ea typeface="+mj-ea"/>
                        <a:cs typeface="+mj-cs"/>
                      </a:endParaRPr>
                    </a:p>
                  </a:txBody>
                  <a:tcPr marL="55202" marR="55202" marT="0" marB="0" anchor="ctr"/>
                </a:tc>
                <a:extLst>
                  <a:ext uri="{0D108BD9-81ED-4DB2-BD59-A6C34878D82A}">
                    <a16:rowId xmlns:a16="http://schemas.microsoft.com/office/drawing/2014/main" val="2631861156"/>
                  </a:ext>
                </a:extLst>
              </a:tr>
            </a:tbl>
          </a:graphicData>
        </a:graphic>
      </p:graphicFrame>
    </p:spTree>
    <p:extLst>
      <p:ext uri="{BB962C8B-B14F-4D97-AF65-F5344CB8AC3E}">
        <p14:creationId xmlns:p14="http://schemas.microsoft.com/office/powerpoint/2010/main" val="1241729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DAE9356-F8A8-61FE-4868-CA4128EF830C}"/>
              </a:ext>
            </a:extLst>
          </p:cNvPr>
          <p:cNvGraphicFramePr>
            <a:graphicFrameLocks noGrp="1"/>
          </p:cNvGraphicFramePr>
          <p:nvPr>
            <p:ph idx="1"/>
            <p:extLst>
              <p:ext uri="{D42A27DB-BD31-4B8C-83A1-F6EECF244321}">
                <p14:modId xmlns:p14="http://schemas.microsoft.com/office/powerpoint/2010/main" val="2545166655"/>
              </p:ext>
            </p:extLst>
          </p:nvPr>
        </p:nvGraphicFramePr>
        <p:xfrm>
          <a:off x="2140085" y="1679451"/>
          <a:ext cx="8760670" cy="4103098"/>
        </p:xfrm>
        <a:graphic>
          <a:graphicData uri="http://schemas.openxmlformats.org/drawingml/2006/table">
            <a:tbl>
              <a:tblPr rtl="1" firstRow="1" firstCol="1" bandRow="1">
                <a:tableStyleId>{5C22544A-7EE6-4342-B048-85BDC9FD1C3A}</a:tableStyleId>
              </a:tblPr>
              <a:tblGrid>
                <a:gridCol w="3021351">
                  <a:extLst>
                    <a:ext uri="{9D8B030D-6E8A-4147-A177-3AD203B41FA5}">
                      <a16:colId xmlns:a16="http://schemas.microsoft.com/office/drawing/2014/main" val="1237862285"/>
                    </a:ext>
                  </a:extLst>
                </a:gridCol>
                <a:gridCol w="5739319">
                  <a:extLst>
                    <a:ext uri="{9D8B030D-6E8A-4147-A177-3AD203B41FA5}">
                      <a16:colId xmlns:a16="http://schemas.microsoft.com/office/drawing/2014/main" val="3357658736"/>
                    </a:ext>
                  </a:extLst>
                </a:gridCol>
              </a:tblGrid>
              <a:tr h="664915">
                <a:tc>
                  <a:txBody>
                    <a:bodyPr/>
                    <a:lstStyle/>
                    <a:p>
                      <a:pPr algn="ctr" rtl="1">
                        <a:lnSpc>
                          <a:spcPct val="107000"/>
                        </a:lnSpc>
                        <a:spcAft>
                          <a:spcPts val="800"/>
                        </a:spcAft>
                      </a:pPr>
                      <a:r>
                        <a:rPr lang="ar-SA" sz="1600" kern="1200" dirty="0">
                          <a:solidFill>
                            <a:schemeClr val="bg1"/>
                          </a:solidFill>
                          <a:latin typeface="+mj-lt"/>
                          <a:ea typeface="+mj-ea"/>
                          <a:cs typeface="+mj-cs"/>
                        </a:rPr>
                        <a:t>قابلیت های اینترنت اشیا</a:t>
                      </a:r>
                      <a:endParaRPr lang="en-US" sz="1600" kern="1200" dirty="0">
                        <a:solidFill>
                          <a:schemeClr val="bg1"/>
                        </a:solidFill>
                        <a:latin typeface="+mj-lt"/>
                        <a:ea typeface="+mj-ea"/>
                        <a:cs typeface="+mj-cs"/>
                      </a:endParaRPr>
                    </a:p>
                  </a:txBody>
                  <a:tcPr marL="68580" marR="68580" marT="0" marB="0" anchor="ctr"/>
                </a:tc>
                <a:tc>
                  <a:txBody>
                    <a:bodyPr/>
                    <a:lstStyle/>
                    <a:p>
                      <a:pPr algn="ctr" rtl="1">
                        <a:lnSpc>
                          <a:spcPct val="107000"/>
                        </a:lnSpc>
                        <a:spcAft>
                          <a:spcPts val="800"/>
                        </a:spcAft>
                      </a:pPr>
                      <a:r>
                        <a:rPr lang="ar-SA" sz="1600" kern="1200" dirty="0">
                          <a:solidFill>
                            <a:schemeClr val="bg1"/>
                          </a:solidFill>
                          <a:latin typeface="+mj-lt"/>
                          <a:ea typeface="+mj-ea"/>
                          <a:cs typeface="+mj-cs"/>
                        </a:rPr>
                        <a:t>تعریف تابع</a:t>
                      </a:r>
                      <a:endParaRPr lang="en-US" sz="1600" kern="1200" dirty="0">
                        <a:solidFill>
                          <a:schemeClr val="bg1"/>
                        </a:solidFill>
                        <a:latin typeface="+mj-lt"/>
                        <a:ea typeface="+mj-ea"/>
                        <a:cs typeface="+mj-cs"/>
                      </a:endParaRPr>
                    </a:p>
                  </a:txBody>
                  <a:tcPr marL="68580" marR="68580" marT="0" marB="0" anchor="ctr"/>
                </a:tc>
                <a:extLst>
                  <a:ext uri="{0D108BD9-81ED-4DB2-BD59-A6C34878D82A}">
                    <a16:rowId xmlns:a16="http://schemas.microsoft.com/office/drawing/2014/main" val="4120526004"/>
                  </a:ext>
                </a:extLst>
              </a:tr>
              <a:tr h="817123">
                <a:tc>
                  <a:txBody>
                    <a:bodyPr/>
                    <a:lstStyle/>
                    <a:p>
                      <a:pPr algn="ctr" rtl="1">
                        <a:lnSpc>
                          <a:spcPct val="107000"/>
                        </a:lnSpc>
                        <a:spcAft>
                          <a:spcPts val="800"/>
                        </a:spcAft>
                      </a:pPr>
                      <a:r>
                        <a:rPr lang="ar-SA" sz="1400" kern="100" dirty="0">
                          <a:effectLst/>
                        </a:rPr>
                        <a:t>ردیابی</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rtl="1">
                        <a:lnSpc>
                          <a:spcPct val="107000"/>
                        </a:lnSpc>
                        <a:spcAft>
                          <a:spcPts val="800"/>
                        </a:spcAft>
                      </a:pPr>
                      <a:r>
                        <a:rPr lang="ar-SA" sz="1100" kern="100" dirty="0">
                          <a:effectLst/>
                        </a:rPr>
                        <a:t>اطلاعات موجود برای هویت، مکان یا ترکیب منحصر به فرد محصولات</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36122385"/>
                  </a:ext>
                </a:extLst>
              </a:tr>
              <a:tr h="908992">
                <a:tc>
                  <a:txBody>
                    <a:bodyPr/>
                    <a:lstStyle/>
                    <a:p>
                      <a:pPr algn="ctr" rtl="1">
                        <a:lnSpc>
                          <a:spcPct val="107000"/>
                        </a:lnSpc>
                        <a:spcAft>
                          <a:spcPts val="800"/>
                        </a:spcAft>
                      </a:pPr>
                      <a:r>
                        <a:rPr lang="ar-SA" sz="1400" kern="100" dirty="0">
                          <a:effectLst/>
                        </a:rPr>
                        <a:t>نظارت</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rtl="1">
                        <a:lnSpc>
                          <a:spcPct val="107000"/>
                        </a:lnSpc>
                        <a:spcAft>
                          <a:spcPts val="800"/>
                        </a:spcAft>
                      </a:pPr>
                      <a:r>
                        <a:rPr lang="ar-SA" sz="1100" kern="100" dirty="0">
                          <a:effectLst/>
                        </a:rPr>
                        <a:t>اطلاعات موجود برای شرایط بلادرنگ یا محیط محصولات. این شامل هشدارها و اعلان ها می شود.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9216040"/>
                  </a:ext>
                </a:extLst>
              </a:tr>
              <a:tr h="803076">
                <a:tc>
                  <a:txBody>
                    <a:bodyPr/>
                    <a:lstStyle/>
                    <a:p>
                      <a:pPr algn="ctr" rtl="1">
                        <a:lnSpc>
                          <a:spcPct val="107000"/>
                        </a:lnSpc>
                        <a:spcAft>
                          <a:spcPts val="800"/>
                        </a:spcAft>
                      </a:pPr>
                      <a:r>
                        <a:rPr lang="ar-SA" sz="1400" kern="100" dirty="0">
                          <a:effectLst/>
                        </a:rPr>
                        <a:t>بهينه سازي</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rtl="1">
                        <a:lnSpc>
                          <a:spcPct val="107000"/>
                        </a:lnSpc>
                        <a:spcAft>
                          <a:spcPts val="800"/>
                        </a:spcAft>
                      </a:pPr>
                      <a:r>
                        <a:rPr lang="ar-SA" sz="1100" kern="100" dirty="0">
                          <a:effectLst/>
                        </a:rPr>
                        <a:t>بهبودهای مبتنی بر هدف عملیات با استفاده از الگوریتم‌های پیشرفته کنترل و بهینه می‌شوند</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075523494"/>
                  </a:ext>
                </a:extLst>
              </a:tr>
              <a:tr h="908992">
                <a:tc>
                  <a:txBody>
                    <a:bodyPr/>
                    <a:lstStyle/>
                    <a:p>
                      <a:pPr algn="ctr" rtl="1">
                        <a:lnSpc>
                          <a:spcPct val="107000"/>
                        </a:lnSpc>
                        <a:spcAft>
                          <a:spcPts val="800"/>
                        </a:spcAft>
                      </a:pPr>
                      <a:r>
                        <a:rPr lang="ar-SA" sz="1400" kern="100" dirty="0">
                          <a:effectLst/>
                        </a:rPr>
                        <a:t>تکامل طراحی</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r" rtl="1">
                        <a:lnSpc>
                          <a:spcPct val="107000"/>
                        </a:lnSpc>
                        <a:spcAft>
                          <a:spcPts val="800"/>
                        </a:spcAft>
                      </a:pPr>
                      <a:r>
                        <a:rPr lang="ar-SA" sz="1100" kern="100" dirty="0">
                          <a:effectLst/>
                        </a:rPr>
                        <a:t>طراحی یک محصول را می توان بر اساس بازخورد داده ها از سایر مراحل چرخه عمر ارتقا داد. این شامل ارتقاء عملکردی یا مسیریابی است</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09125297"/>
                  </a:ext>
                </a:extLst>
              </a:tr>
            </a:tbl>
          </a:graphicData>
        </a:graphic>
      </p:graphicFrame>
      <p:sp>
        <p:nvSpPr>
          <p:cNvPr id="5" name="Rectangle 1">
            <a:extLst>
              <a:ext uri="{FF2B5EF4-FFF2-40B4-BE49-F238E27FC236}">
                <a16:creationId xmlns:a16="http://schemas.microsoft.com/office/drawing/2014/main" id="{EF469053-52A4-26AF-1C71-9EC58CC850C9}"/>
              </a:ext>
            </a:extLst>
          </p:cNvPr>
          <p:cNvSpPr>
            <a:spLocks noGrp="1" noChangeArrowheads="1"/>
          </p:cNvSpPr>
          <p:nvPr>
            <p:ph type="title"/>
          </p:nvPr>
        </p:nvSpPr>
        <p:spPr bwMode="auto">
          <a:xfrm>
            <a:off x="3414409" y="684403"/>
            <a:ext cx="8119386"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lang="ar-SA" altLang="en-US" sz="1600" dirty="0"/>
              <a:t>جدول </a:t>
            </a:r>
            <a:r>
              <a:rPr lang="fa-IR" altLang="en-US" sz="1600" dirty="0"/>
              <a:t>3</a:t>
            </a:r>
            <a:r>
              <a:rPr lang="ar-SA" altLang="en-US" sz="1600" dirty="0"/>
              <a:t>  </a:t>
            </a:r>
            <a:r>
              <a:rPr lang="fa-IR" altLang="en-US" sz="1600" dirty="0"/>
              <a:t>:</a:t>
            </a:r>
            <a:r>
              <a:rPr lang="ar-SA" altLang="en-US" sz="1600" dirty="0"/>
              <a:t> قابلیت های اینترنت اشیا که می تواند از اجرای چارچوب </a:t>
            </a:r>
            <a:r>
              <a:rPr lang="en-US" altLang="en-US" sz="1600" dirty="0" err="1"/>
              <a:t>ReSOLVE</a:t>
            </a:r>
            <a:r>
              <a:rPr lang="ar-SA" altLang="en-US" sz="1600" dirty="0"/>
              <a:t> پشتیبانی کند</a:t>
            </a:r>
            <a:endParaRPr lang="en-US" altLang="en-US" sz="16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871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6C981-FD03-64E7-09E4-8FB7765AF653}"/>
              </a:ext>
            </a:extLst>
          </p:cNvPr>
          <p:cNvSpPr>
            <a:spLocks noGrp="1"/>
          </p:cNvSpPr>
          <p:nvPr>
            <p:ph type="title"/>
          </p:nvPr>
        </p:nvSpPr>
        <p:spPr>
          <a:xfrm>
            <a:off x="2952848" y="624110"/>
            <a:ext cx="8551764" cy="747490"/>
          </a:xfrm>
        </p:spPr>
        <p:txBody>
          <a:bodyPr>
            <a:normAutofit fontScale="90000"/>
          </a:bodyPr>
          <a:lstStyle/>
          <a:p>
            <a:pPr marL="0" marR="0" algn="r" rtl="1">
              <a:lnSpc>
                <a:spcPts val="24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fa-IR" sz="2200" dirty="0"/>
              <a:t>شکل 4. تقسیم مقالات به 6 دسته </a:t>
            </a:r>
            <a:r>
              <a:rPr lang="en-US" sz="2200" dirty="0" err="1"/>
              <a:t>ReSOLVE</a:t>
            </a:r>
            <a:r>
              <a:rPr lang="fa-IR" sz="2200" dirty="0"/>
              <a:t> مشاغل </a:t>
            </a:r>
            <a:r>
              <a:rPr lang="en-US" sz="2200" dirty="0"/>
              <a:t>CE</a:t>
            </a:r>
            <a:br>
              <a:rPr lang="en-US" sz="2200" dirty="0"/>
            </a:br>
            <a:r>
              <a:rPr lang="fa-IR" sz="2200" dirty="0"/>
              <a:t>مدل های کسب و کار</a:t>
            </a:r>
            <a:br>
              <a:rPr lang="en-US" sz="1800" kern="100" dirty="0">
                <a:effectLst/>
                <a:highlight>
                  <a:srgbClr val="F8F9FA"/>
                </a:highlight>
                <a:latin typeface="Calibri" panose="020F0502020204030204" pitchFamily="34" charset="0"/>
                <a:ea typeface="Calibri" panose="020F0502020204030204" pitchFamily="34" charset="0"/>
                <a:cs typeface="Arial" panose="020B0604020202020204" pitchFamily="34" charset="0"/>
              </a:rPr>
            </a:br>
            <a:endParaRPr lang="en-US" dirty="0"/>
          </a:p>
        </p:txBody>
      </p:sp>
      <p:pic>
        <p:nvPicPr>
          <p:cNvPr id="4" name="Content Placeholder 3">
            <a:extLst>
              <a:ext uri="{FF2B5EF4-FFF2-40B4-BE49-F238E27FC236}">
                <a16:creationId xmlns:a16="http://schemas.microsoft.com/office/drawing/2014/main" id="{8B0B40A6-B2C2-7B2B-BF4B-5FD63A00FFFA}"/>
              </a:ext>
            </a:extLst>
          </p:cNvPr>
          <p:cNvPicPr>
            <a:picLocks noGrp="1" noChangeAspect="1"/>
          </p:cNvPicPr>
          <p:nvPr>
            <p:ph idx="1"/>
          </p:nvPr>
        </p:nvPicPr>
        <p:blipFill>
          <a:blip r:embed="rId2"/>
          <a:stretch>
            <a:fillRect/>
          </a:stretch>
        </p:blipFill>
        <p:spPr>
          <a:xfrm>
            <a:off x="2952848" y="1712068"/>
            <a:ext cx="7301067" cy="3657599"/>
          </a:xfrm>
          <a:prstGeom prst="rect">
            <a:avLst/>
          </a:prstGeom>
        </p:spPr>
      </p:pic>
    </p:spTree>
    <p:extLst>
      <p:ext uri="{BB962C8B-B14F-4D97-AF65-F5344CB8AC3E}">
        <p14:creationId xmlns:p14="http://schemas.microsoft.com/office/powerpoint/2010/main" val="418553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AE828B-F56C-AAD7-E563-31EAA109757D}"/>
              </a:ext>
            </a:extLst>
          </p:cNvPr>
          <p:cNvSpPr txBox="1"/>
          <p:nvPr/>
        </p:nvSpPr>
        <p:spPr>
          <a:xfrm>
            <a:off x="1371600" y="919526"/>
            <a:ext cx="10447506" cy="3058145"/>
          </a:xfrm>
          <a:prstGeom prst="rect">
            <a:avLst/>
          </a:prstGeom>
          <a:noFill/>
        </p:spPr>
        <p:txBody>
          <a:bodyPr wrap="square">
            <a:spAutoFit/>
          </a:bodyPr>
          <a:lstStyle/>
          <a:p>
            <a:pPr marL="0" marR="0" algn="r" rtl="1">
              <a:lnSpc>
                <a:spcPct val="107000"/>
              </a:lnSpc>
              <a:spcBef>
                <a:spcPts val="0"/>
              </a:spcBef>
              <a:spcAft>
                <a:spcPts val="800"/>
              </a:spcAft>
            </a:pPr>
            <a:r>
              <a:rPr lang="fa-IR" sz="1600" b="1" dirty="0">
                <a:solidFill>
                  <a:schemeClr val="tx1">
                    <a:lumMod val="85000"/>
                    <a:lumOff val="15000"/>
                  </a:schemeClr>
                </a:solidFill>
                <a:latin typeface="+mj-lt"/>
                <a:ea typeface="+mj-ea"/>
                <a:cs typeface="+mj-cs"/>
              </a:rPr>
              <a:t>مدل کسب و کار حلقه</a:t>
            </a:r>
            <a:endParaRPr lang="en-US" sz="1600" b="1"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یافته‌ها نشان می‌دهند که «بازیافت» مبتنی بر اینترنت اشیا غالب است و به دنبال آن"بازسازی" و "تعمیر".</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نتایجی که </a:t>
            </a:r>
            <a:r>
              <a:rPr lang="en-US" sz="1600" dirty="0">
                <a:solidFill>
                  <a:schemeClr val="tx1">
                    <a:lumMod val="85000"/>
                    <a:lumOff val="15000"/>
                  </a:schemeClr>
                </a:solidFill>
                <a:latin typeface="+mj-lt"/>
                <a:ea typeface="+mj-ea"/>
                <a:cs typeface="+mj-cs"/>
              </a:rPr>
              <a:t>Loop</a:t>
            </a:r>
            <a:r>
              <a:rPr lang="fa-IR" sz="1600" dirty="0">
                <a:solidFill>
                  <a:schemeClr val="tx1">
                    <a:lumMod val="85000"/>
                    <a:lumOff val="15000"/>
                  </a:schemeClr>
                </a:solidFill>
                <a:latin typeface="+mj-lt"/>
                <a:ea typeface="+mj-ea"/>
                <a:cs typeface="+mj-cs"/>
              </a:rPr>
              <a:t> را نشان می دهند معمولاً به قابلیت های ردیابی یا نظارت تکیه می کننددرحالیکه بهینه سازی و تکامل طراحی نسبتا ناشناخته هستند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بازیافت، تولید مجدد و تعمیر، پذیرش تراکنش‌های جدید مبتنی بر اینترنت می‌توانند از اطلاعات سریع‌تر بهره‌برداری کنند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و مجموعه ای پایدارتر از محصولات پس از مصرف، می توانندبا استفاده از حسگرها، برچسب‌های </a:t>
            </a:r>
            <a:r>
              <a:rPr lang="en-US" sz="1600" dirty="0">
                <a:solidFill>
                  <a:schemeClr val="tx1">
                    <a:lumMod val="85000"/>
                    <a:lumOff val="15000"/>
                  </a:schemeClr>
                </a:solidFill>
                <a:latin typeface="+mj-lt"/>
                <a:ea typeface="+mj-ea"/>
                <a:cs typeface="+mj-cs"/>
              </a:rPr>
              <a:t>RFID</a:t>
            </a:r>
            <a:r>
              <a:rPr lang="fa-IR" sz="1600" dirty="0">
                <a:solidFill>
                  <a:schemeClr val="tx1">
                    <a:lumMod val="85000"/>
                    <a:lumOff val="15000"/>
                  </a:schemeClr>
                </a:solidFill>
                <a:latin typeface="+mj-lt"/>
                <a:ea typeface="+mj-ea"/>
                <a:cs typeface="+mj-cs"/>
              </a:rPr>
              <a:t> و بارکدها ردیابی شود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در راستای چشم انداز طراحی مجدد، طراحان محصول بایدمعیارهای محیطی را در تصمیمات طراحی خود بگنجانند.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آنها می توانندبه دست آوردن اطلاعات از یک سیستم مدیریت چرخه عمر محصول مبتنی بر اینترنت اشیا به فرآیندهای طراحی و توسعه پایدار آنها کمک کند</a:t>
            </a:r>
            <a:endParaRPr lang="en-US" sz="1600" dirty="0">
              <a:solidFill>
                <a:schemeClr val="tx1">
                  <a:lumMod val="85000"/>
                  <a:lumOff val="15000"/>
                </a:schemeClr>
              </a:solidFill>
              <a:latin typeface="+mj-lt"/>
              <a:ea typeface="+mj-ea"/>
              <a:cs typeface="+mj-cs"/>
            </a:endParaRPr>
          </a:p>
        </p:txBody>
      </p:sp>
      <p:pic>
        <p:nvPicPr>
          <p:cNvPr id="4" name="Picture 3" descr="A picture containing text, indoor, person, computer&#10;&#10;Description automatically generated">
            <a:extLst>
              <a:ext uri="{FF2B5EF4-FFF2-40B4-BE49-F238E27FC236}">
                <a16:creationId xmlns:a16="http://schemas.microsoft.com/office/drawing/2014/main" id="{35E92256-4B13-AF8F-6F1C-72130E2AD67D}"/>
              </a:ext>
            </a:extLst>
          </p:cNvPr>
          <p:cNvPicPr>
            <a:picLocks noGrp="1" noChangeAspect="1"/>
          </p:cNvPicPr>
          <p:nvPr/>
        </p:nvPicPr>
        <p:blipFill>
          <a:blip r:embed="rId2">
            <a:extLst>
              <a:ext uri="{28A0092B-C50C-407E-A947-70E740481C1C}">
                <a14:useLocalDpi xmlns:a14="http://schemas.microsoft.com/office/drawing/2010/main" val="0"/>
              </a:ext>
            </a:extLst>
          </a:blip>
          <a:srcRect l="22867" r="22867"/>
          <a:stretch>
            <a:fillRect/>
          </a:stretch>
        </p:blipFill>
        <p:spPr>
          <a:xfrm>
            <a:off x="1788384" y="3977671"/>
            <a:ext cx="3285885" cy="2718718"/>
          </a:xfrm>
          <a:prstGeom prst="roundRect">
            <a:avLst>
              <a:gd name="adj" fmla="val 10590"/>
            </a:avLst>
          </a:prstGeom>
          <a:pattFill prst="pct10">
            <a:fgClr>
              <a:schemeClr val="bg1">
                <a:lumMod val="75000"/>
              </a:schemeClr>
            </a:fgClr>
            <a:bgClr>
              <a:schemeClr val="bg1">
                <a:lumMod val="95000"/>
              </a:schemeClr>
            </a:bgClr>
          </a:pattFill>
        </p:spPr>
      </p:pic>
    </p:spTree>
    <p:extLst>
      <p:ext uri="{BB962C8B-B14F-4D97-AF65-F5344CB8AC3E}">
        <p14:creationId xmlns:p14="http://schemas.microsoft.com/office/powerpoint/2010/main" val="139483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1274462-5880-5E73-D7E1-AF09127FE1E9}"/>
              </a:ext>
            </a:extLst>
          </p:cNvPr>
          <p:cNvGraphicFramePr/>
          <p:nvPr>
            <p:extLst>
              <p:ext uri="{D42A27DB-BD31-4B8C-83A1-F6EECF244321}">
                <p14:modId xmlns:p14="http://schemas.microsoft.com/office/powerpoint/2010/main" val="1547921549"/>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B5CB355B-8656-A78E-E6C5-CB1268BBB299}"/>
              </a:ext>
            </a:extLst>
          </p:cNvPr>
          <p:cNvSpPr txBox="1"/>
          <p:nvPr/>
        </p:nvSpPr>
        <p:spPr>
          <a:xfrm>
            <a:off x="1945531" y="632274"/>
            <a:ext cx="9245600" cy="365165"/>
          </a:xfrm>
          <a:prstGeom prst="rect">
            <a:avLst/>
          </a:prstGeom>
          <a:noFill/>
        </p:spPr>
        <p:txBody>
          <a:bodyPr wrap="square">
            <a:spAutoFit/>
          </a:bodyPr>
          <a:lstStyle/>
          <a:p>
            <a:pPr marL="0" marR="0" algn="r" rtl="1">
              <a:lnSpc>
                <a:spcPct val="107000"/>
              </a:lnSpc>
              <a:spcBef>
                <a:spcPts val="0"/>
              </a:spcBef>
              <a:spcAft>
                <a:spcPts val="800"/>
              </a:spcAft>
            </a:pPr>
            <a:r>
              <a:rPr lang="fa-IR" sz="1800" dirty="0">
                <a:solidFill>
                  <a:schemeClr val="tx1">
                    <a:lumMod val="85000"/>
                    <a:lumOff val="15000"/>
                  </a:schemeClr>
                </a:solidFill>
                <a:latin typeface="+mj-lt"/>
                <a:ea typeface="+mj-ea"/>
                <a:cs typeface="+mj-cs"/>
              </a:rPr>
              <a:t>در جدول 4 تصویری از استفاده از قابلیت های اینترنت اشیا در مدل</a:t>
            </a:r>
            <a:r>
              <a:rPr lang="en-US" sz="1800" dirty="0">
                <a:solidFill>
                  <a:schemeClr val="tx1">
                    <a:lumMod val="85000"/>
                    <a:lumOff val="15000"/>
                  </a:schemeClr>
                </a:solidFill>
                <a:latin typeface="+mj-lt"/>
                <a:ea typeface="+mj-ea"/>
                <a:cs typeface="+mj-cs"/>
              </a:rPr>
              <a:t>Loop </a:t>
            </a:r>
            <a:r>
              <a:rPr lang="fa-IR" sz="1800" dirty="0">
                <a:solidFill>
                  <a:schemeClr val="tx1">
                    <a:lumMod val="85000"/>
                    <a:lumOff val="15000"/>
                  </a:schemeClr>
                </a:solidFill>
                <a:latin typeface="+mj-lt"/>
                <a:ea typeface="+mj-ea"/>
                <a:cs typeface="+mj-cs"/>
              </a:rPr>
              <a:t>فهرست شده است.</a:t>
            </a:r>
            <a:endParaRPr lang="en-US" sz="18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157298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B7328E-A0D7-BBE4-6594-8991520A63F1}"/>
              </a:ext>
            </a:extLst>
          </p:cNvPr>
          <p:cNvSpPr txBox="1"/>
          <p:nvPr/>
        </p:nvSpPr>
        <p:spPr>
          <a:xfrm>
            <a:off x="4516066" y="571879"/>
            <a:ext cx="6094378" cy="334835"/>
          </a:xfrm>
          <a:prstGeom prst="rect">
            <a:avLst/>
          </a:prstGeom>
          <a:noFill/>
        </p:spPr>
        <p:txBody>
          <a:bodyPr wrap="square">
            <a:spAutoFit/>
          </a:bodyPr>
          <a:lstStyle/>
          <a:p>
            <a:pPr marL="0" marR="0" algn="r" rtl="1">
              <a:lnSpc>
                <a:spcPct val="107000"/>
              </a:lnSpc>
              <a:spcBef>
                <a:spcPts val="0"/>
              </a:spcBef>
              <a:spcAft>
                <a:spcPts val="800"/>
              </a:spcAft>
            </a:pPr>
            <a:r>
              <a:rPr lang="fa-IR" sz="1600" b="1" dirty="0">
                <a:solidFill>
                  <a:schemeClr val="tx1">
                    <a:lumMod val="85000"/>
                    <a:lumOff val="15000"/>
                  </a:schemeClr>
                </a:solidFill>
                <a:latin typeface="+mj-lt"/>
                <a:ea typeface="+mj-ea"/>
                <a:cs typeface="+mj-cs"/>
              </a:rPr>
              <a:t>بهینه سازی مدل کسب و کار</a:t>
            </a:r>
            <a:endParaRPr lang="en-US" sz="1600" b="1" dirty="0">
              <a:solidFill>
                <a:schemeClr val="tx1">
                  <a:lumMod val="85000"/>
                  <a:lumOff val="15000"/>
                </a:schemeClr>
              </a:solidFill>
              <a:latin typeface="+mj-lt"/>
              <a:ea typeface="+mj-ea"/>
              <a:cs typeface="+mj-cs"/>
            </a:endParaRPr>
          </a:p>
        </p:txBody>
      </p:sp>
      <p:sp>
        <p:nvSpPr>
          <p:cNvPr id="5" name="TextBox 4">
            <a:extLst>
              <a:ext uri="{FF2B5EF4-FFF2-40B4-BE49-F238E27FC236}">
                <a16:creationId xmlns:a16="http://schemas.microsoft.com/office/drawing/2014/main" id="{4685E3B2-DF2A-003D-A6A6-8FA20E3EC08B}"/>
              </a:ext>
            </a:extLst>
          </p:cNvPr>
          <p:cNvSpPr txBox="1"/>
          <p:nvPr/>
        </p:nvSpPr>
        <p:spPr>
          <a:xfrm>
            <a:off x="1770433" y="1023214"/>
            <a:ext cx="9015107" cy="964367"/>
          </a:xfrm>
          <a:prstGeom prst="rect">
            <a:avLst/>
          </a:prstGeom>
          <a:noFill/>
        </p:spPr>
        <p:txBody>
          <a:bodyPr wrap="square">
            <a:spAutoFit/>
          </a:bodyPr>
          <a:lstStyle/>
          <a:p>
            <a:pPr algn="r" rtl="1">
              <a:lnSpc>
                <a:spcPct val="107000"/>
              </a:lnSpc>
              <a:spcAft>
                <a:spcPts val="800"/>
              </a:spcAft>
            </a:pPr>
            <a:r>
              <a:rPr lang="fa-IR" sz="1600" dirty="0">
                <a:solidFill>
                  <a:schemeClr val="tx1">
                    <a:lumMod val="85000"/>
                    <a:lumOff val="15000"/>
                  </a:schemeClr>
                </a:solidFill>
                <a:latin typeface="+mj-lt"/>
                <a:ea typeface="+mj-ea"/>
                <a:cs typeface="+mj-cs"/>
              </a:rPr>
              <a:t>بیشتر مقالاتی که مدل‌های </a:t>
            </a:r>
            <a:r>
              <a:rPr lang="en-US" sz="1600" dirty="0">
                <a:solidFill>
                  <a:schemeClr val="tx1">
                    <a:lumMod val="85000"/>
                    <a:lumOff val="15000"/>
                  </a:schemeClr>
                </a:solidFill>
                <a:latin typeface="+mj-lt"/>
                <a:ea typeface="+mj-ea"/>
                <a:cs typeface="+mj-cs"/>
              </a:rPr>
              <a:t>Optimize</a:t>
            </a:r>
            <a:r>
              <a:rPr lang="fa-IR" sz="1600" dirty="0">
                <a:solidFill>
                  <a:schemeClr val="tx1">
                    <a:lumMod val="85000"/>
                    <a:lumOff val="15000"/>
                  </a:schemeClr>
                </a:solidFill>
                <a:latin typeface="+mj-lt"/>
                <a:ea typeface="+mj-ea"/>
                <a:cs typeface="+mj-cs"/>
              </a:rPr>
              <a:t> را بررسی می‌کنند، بسیار مرتبط هستند</a:t>
            </a:r>
            <a:endParaRPr lang="en-US" sz="1600" dirty="0">
              <a:solidFill>
                <a:schemeClr val="tx1">
                  <a:lumMod val="85000"/>
                  <a:lumOff val="15000"/>
                </a:schemeClr>
              </a:solidFill>
              <a:latin typeface="+mj-lt"/>
              <a:ea typeface="+mj-ea"/>
              <a:cs typeface="+mj-cs"/>
            </a:endParaRPr>
          </a:p>
          <a:p>
            <a:pPr algn="r" rtl="1">
              <a:lnSpc>
                <a:spcPct val="107000"/>
              </a:lnSpc>
              <a:spcAft>
                <a:spcPts val="800"/>
              </a:spcAft>
            </a:pPr>
            <a:r>
              <a:rPr lang="fa-IR" sz="1600" dirty="0">
                <a:solidFill>
                  <a:schemeClr val="tx1">
                    <a:lumMod val="85000"/>
                    <a:lumOff val="15000"/>
                  </a:schemeClr>
                </a:solidFill>
                <a:latin typeface="+mj-lt"/>
                <a:ea typeface="+mj-ea"/>
                <a:cs typeface="+mj-cs"/>
              </a:rPr>
              <a:t>«کاهش» با قابلیت </a:t>
            </a:r>
            <a:r>
              <a:rPr lang="en-US" sz="1600" dirty="0">
                <a:solidFill>
                  <a:schemeClr val="tx1">
                    <a:lumMod val="85000"/>
                    <a:lumOff val="15000"/>
                  </a:schemeClr>
                </a:solidFill>
                <a:latin typeface="+mj-lt"/>
                <a:ea typeface="+mj-ea"/>
                <a:cs typeface="+mj-cs"/>
              </a:rPr>
              <a:t>IoT</a:t>
            </a:r>
            <a:r>
              <a:rPr lang="fa-IR" sz="1600" dirty="0">
                <a:solidFill>
                  <a:schemeClr val="tx1">
                    <a:lumMod val="85000"/>
                    <a:lumOff val="15000"/>
                  </a:schemeClr>
                </a:solidFill>
                <a:latin typeface="+mj-lt"/>
                <a:ea typeface="+mj-ea"/>
                <a:cs typeface="+mj-cs"/>
              </a:rPr>
              <a:t>، که عمدتاً با نظارت وقابلیت های بهینه سازی، همانطور که در شکل نشان داده شده است.</a:t>
            </a:r>
            <a:endParaRPr lang="en-US" sz="1600" dirty="0">
              <a:solidFill>
                <a:schemeClr val="tx1">
                  <a:lumMod val="85000"/>
                  <a:lumOff val="15000"/>
                </a:schemeClr>
              </a:solidFill>
              <a:latin typeface="+mj-lt"/>
              <a:ea typeface="+mj-ea"/>
              <a:cs typeface="+mj-cs"/>
            </a:endParaRPr>
          </a:p>
        </p:txBody>
      </p:sp>
      <p:pic>
        <p:nvPicPr>
          <p:cNvPr id="6" name="Picture 5">
            <a:extLst>
              <a:ext uri="{FF2B5EF4-FFF2-40B4-BE49-F238E27FC236}">
                <a16:creationId xmlns:a16="http://schemas.microsoft.com/office/drawing/2014/main" id="{B662D59D-A887-C1E7-2C5A-2C68C586EE8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87999" y="2339111"/>
            <a:ext cx="4991100" cy="3495675"/>
          </a:xfrm>
          <a:prstGeom prst="rect">
            <a:avLst/>
          </a:prstGeom>
          <a:noFill/>
          <a:ln>
            <a:noFill/>
          </a:ln>
        </p:spPr>
      </p:pic>
    </p:spTree>
    <p:extLst>
      <p:ext uri="{BB962C8B-B14F-4D97-AF65-F5344CB8AC3E}">
        <p14:creationId xmlns:p14="http://schemas.microsoft.com/office/powerpoint/2010/main" val="264713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B86295-E0B5-EE00-2B2E-D76A38AB860E}"/>
              </a:ext>
            </a:extLst>
          </p:cNvPr>
          <p:cNvSpPr txBox="1"/>
          <p:nvPr/>
        </p:nvSpPr>
        <p:spPr>
          <a:xfrm>
            <a:off x="4837078" y="541395"/>
            <a:ext cx="6094378" cy="334259"/>
          </a:xfrm>
          <a:prstGeom prst="rect">
            <a:avLst/>
          </a:prstGeom>
          <a:noFill/>
        </p:spPr>
        <p:txBody>
          <a:bodyPr wrap="square">
            <a:spAutoFit/>
          </a:bodyPr>
          <a:lstStyle/>
          <a:p>
            <a:pPr marL="0" marR="0" algn="r" rtl="1">
              <a:lnSpc>
                <a:spcPct val="107000"/>
              </a:lnSpc>
              <a:spcBef>
                <a:spcPts val="0"/>
              </a:spcBef>
              <a:spcAft>
                <a:spcPts val="800"/>
              </a:spcAft>
            </a:pPr>
            <a:r>
              <a:rPr lang="fa-IR" sz="1600" b="1" dirty="0">
                <a:solidFill>
                  <a:schemeClr val="tx1">
                    <a:lumMod val="85000"/>
                    <a:lumOff val="15000"/>
                  </a:schemeClr>
                </a:solidFill>
                <a:latin typeface="+mj-lt"/>
                <a:ea typeface="+mj-ea"/>
                <a:cs typeface="+mj-cs"/>
              </a:rPr>
              <a:t>اشتراک مدل کسب و کار</a:t>
            </a:r>
            <a:endParaRPr lang="en-US" sz="1600" b="1" dirty="0">
              <a:solidFill>
                <a:schemeClr val="tx1">
                  <a:lumMod val="85000"/>
                  <a:lumOff val="15000"/>
                </a:schemeClr>
              </a:solidFill>
              <a:latin typeface="+mj-lt"/>
              <a:ea typeface="+mj-ea"/>
              <a:cs typeface="+mj-cs"/>
            </a:endParaRPr>
          </a:p>
        </p:txBody>
      </p:sp>
      <p:sp>
        <p:nvSpPr>
          <p:cNvPr id="5" name="TextBox 4">
            <a:extLst>
              <a:ext uri="{FF2B5EF4-FFF2-40B4-BE49-F238E27FC236}">
                <a16:creationId xmlns:a16="http://schemas.microsoft.com/office/drawing/2014/main" id="{A6373918-6953-AD93-87DD-85D3F7BD67DD}"/>
              </a:ext>
            </a:extLst>
          </p:cNvPr>
          <p:cNvSpPr txBox="1"/>
          <p:nvPr/>
        </p:nvSpPr>
        <p:spPr>
          <a:xfrm>
            <a:off x="2360781" y="1090253"/>
            <a:ext cx="8723277" cy="902491"/>
          </a:xfrm>
          <a:prstGeom prst="rect">
            <a:avLst/>
          </a:prstGeom>
          <a:noFill/>
        </p:spPr>
        <p:txBody>
          <a:bodyPr wrap="square">
            <a:spAutoFit/>
          </a:bodyPr>
          <a:lstStyle/>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مانیتورینگ و ردیابی قابلیت های اصلی اینترنت اشیا هستند که برای به اشتراک گذاری مدل کسب و کار به آن کمک می کنند، آنها در محصول "استعفا" کمک می کنند و"بازیافت" به منظور دستیابی به افزایش طول عمر محصول، همانطور که در نشان داده شده است شکل </a:t>
            </a:r>
            <a:r>
              <a:rPr lang="en-US" sz="1800" kern="100" dirty="0">
                <a:effectLst/>
                <a:latin typeface="Calibri" panose="020F0502020204030204" pitchFamily="34" charset="0"/>
                <a:ea typeface="Calibri" panose="020F0502020204030204" pitchFamily="34" charset="0"/>
                <a:cs typeface="Arial" panose="020B0604020202020204" pitchFamily="34" charset="0"/>
              </a:rPr>
              <a:t>A2</a:t>
            </a:r>
          </a:p>
        </p:txBody>
      </p:sp>
      <p:pic>
        <p:nvPicPr>
          <p:cNvPr id="6" name="Picture 5">
            <a:extLst>
              <a:ext uri="{FF2B5EF4-FFF2-40B4-BE49-F238E27FC236}">
                <a16:creationId xmlns:a16="http://schemas.microsoft.com/office/drawing/2014/main" id="{78653FE6-DD93-D268-E3CF-80FED25BFE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74853" y="2546112"/>
            <a:ext cx="5124450" cy="3419475"/>
          </a:xfrm>
          <a:prstGeom prst="rect">
            <a:avLst/>
          </a:prstGeom>
          <a:noFill/>
          <a:ln>
            <a:noFill/>
          </a:ln>
        </p:spPr>
      </p:pic>
    </p:spTree>
    <p:extLst>
      <p:ext uri="{BB962C8B-B14F-4D97-AF65-F5344CB8AC3E}">
        <p14:creationId xmlns:p14="http://schemas.microsoft.com/office/powerpoint/2010/main" val="322316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37E429-9D43-5DE9-61CD-EDAD86F55431}"/>
              </a:ext>
            </a:extLst>
          </p:cNvPr>
          <p:cNvSpPr txBox="1"/>
          <p:nvPr/>
        </p:nvSpPr>
        <p:spPr>
          <a:xfrm>
            <a:off x="1928507" y="929347"/>
            <a:ext cx="9144811" cy="3360535"/>
          </a:xfrm>
          <a:prstGeom prst="rect">
            <a:avLst/>
          </a:prstGeom>
          <a:noFill/>
        </p:spPr>
        <p:txBody>
          <a:bodyPr wrap="square">
            <a:spAutoFit/>
          </a:bodyPr>
          <a:lstStyle/>
          <a:p>
            <a:pPr algn="r" rtl="1">
              <a:lnSpc>
                <a:spcPct val="107000"/>
              </a:lnSpc>
              <a:spcAft>
                <a:spcPts val="800"/>
              </a:spcAft>
            </a:pPr>
            <a:r>
              <a:rPr lang="fa-IR" sz="1600" dirty="0">
                <a:solidFill>
                  <a:schemeClr val="tx1">
                    <a:lumMod val="85000"/>
                    <a:lumOff val="15000"/>
                  </a:schemeClr>
                </a:solidFill>
                <a:latin typeface="+mj-lt"/>
                <a:ea typeface="+mj-ea"/>
                <a:cs typeface="+mj-cs"/>
              </a:rPr>
              <a:t>اطلاعات مربوط به رفتار مصرف کنندگان از طریق وب سایت ها و برنامه ها، جمع آوری می شود سازمان ها می توانند برای استفاده بهتر یا تعویض تجهیزات و افزایش رضایت مشتری طراحی محصول و ارائه خدمات دیجیتال هر دو را بهبود بخشند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علاوه بر این، استفاده ازحسگرها در محصولات امکان نظارت بر عملکرد را فراهم می کنند </a:t>
            </a: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 به عنوان مثال،</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نظارت بر الزامات نگهداری در نتیجه به سازمان ها اجازه می دهد برای ارائه فعالانه خدمات با کیفیت بالا به مشتریان به عنوان یک نتیجه نظارت بر محصولات در طول استفاده مصرف کننده، شرکت‌ها می‌توانند با اعمال 3</a:t>
            </a:r>
            <a:r>
              <a:rPr lang="en-US" sz="1600" dirty="0">
                <a:solidFill>
                  <a:schemeClr val="tx1">
                    <a:lumMod val="85000"/>
                    <a:lumOff val="15000"/>
                  </a:schemeClr>
                </a:solidFill>
                <a:latin typeface="+mj-lt"/>
                <a:ea typeface="+mj-ea"/>
                <a:cs typeface="+mj-cs"/>
              </a:rPr>
              <a:t>Rs</a:t>
            </a:r>
            <a:r>
              <a:rPr lang="fa-IR" sz="1600" dirty="0">
                <a:solidFill>
                  <a:schemeClr val="tx1">
                    <a:lumMod val="85000"/>
                    <a:lumOff val="15000"/>
                  </a:schemeClr>
                </a:solidFill>
                <a:latin typeface="+mj-lt"/>
                <a:ea typeface="+mj-ea"/>
                <a:cs typeface="+mj-cs"/>
              </a:rPr>
              <a:t> روی افزایش طول عمر محصول سرمایه‌گذاری کنند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 استراتژی (تعمیر، استفاده مجدد و بازیافت).</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800" kern="100" dirty="0">
                <a:effectLst/>
                <a:latin typeface="Calibri" panose="020F0502020204030204" pitchFamily="34" charset="0"/>
                <a:ea typeface="Calibri" panose="020F0502020204030204" pitchFamily="34"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5" name="Diagram 4">
            <a:extLst>
              <a:ext uri="{FF2B5EF4-FFF2-40B4-BE49-F238E27FC236}">
                <a16:creationId xmlns:a16="http://schemas.microsoft.com/office/drawing/2014/main" id="{08FB011A-7E2F-DB43-2DCE-0D104BF85458}"/>
              </a:ext>
            </a:extLst>
          </p:cNvPr>
          <p:cNvGraphicFramePr/>
          <p:nvPr>
            <p:extLst>
              <p:ext uri="{D42A27DB-BD31-4B8C-83A1-F6EECF244321}">
                <p14:modId xmlns:p14="http://schemas.microsoft.com/office/powerpoint/2010/main" val="2271235191"/>
              </p:ext>
            </p:extLst>
          </p:nvPr>
        </p:nvGraphicFramePr>
        <p:xfrm>
          <a:off x="1928507" y="4328809"/>
          <a:ext cx="8128000" cy="1994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5887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A93119-4DF0-8D07-2ED2-04D47B663426}"/>
              </a:ext>
            </a:extLst>
          </p:cNvPr>
          <p:cNvSpPr txBox="1"/>
          <p:nvPr/>
        </p:nvSpPr>
        <p:spPr>
          <a:xfrm>
            <a:off x="1899730" y="1252290"/>
            <a:ext cx="9365305" cy="3624005"/>
          </a:xfrm>
          <a:prstGeom prst="rect">
            <a:avLst/>
          </a:prstGeom>
          <a:noFill/>
        </p:spPr>
        <p:txBody>
          <a:bodyPr wrap="square">
            <a:spAutoFit/>
          </a:bodyPr>
          <a:lstStyle/>
          <a:p>
            <a:pPr marL="0" marR="0" algn="r" rtl="1">
              <a:lnSpc>
                <a:spcPct val="107000"/>
              </a:lnSpc>
              <a:spcBef>
                <a:spcPts val="0"/>
              </a:spcBef>
              <a:spcAft>
                <a:spcPts val="800"/>
              </a:spcAft>
            </a:pPr>
            <a:r>
              <a:rPr lang="fa-IR" sz="1600" b="1" dirty="0">
                <a:solidFill>
                  <a:schemeClr val="tx1">
                    <a:lumMod val="85000"/>
                    <a:lumOff val="15000"/>
                  </a:schemeClr>
                </a:solidFill>
                <a:latin typeface="+mj-lt"/>
                <a:ea typeface="+mj-ea"/>
                <a:cs typeface="+mj-cs"/>
              </a:rPr>
              <a:t>مجازی سازی مدل کسب و کار </a:t>
            </a:r>
            <a:endParaRPr lang="en-US" sz="1600" b="1"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از آنجایی که تمرکز اصلی سرویس </a:t>
            </a:r>
            <a:r>
              <a:rPr lang="en-US" sz="1600" dirty="0">
                <a:solidFill>
                  <a:schemeClr val="tx1">
                    <a:lumMod val="85000"/>
                    <a:lumOff val="15000"/>
                  </a:schemeClr>
                </a:solidFill>
                <a:latin typeface="+mj-lt"/>
                <a:ea typeface="+mj-ea"/>
                <a:cs typeface="+mj-cs"/>
              </a:rPr>
              <a:t>Virtualize</a:t>
            </a:r>
            <a:r>
              <a:rPr lang="fa-IR" sz="1600" dirty="0">
                <a:solidFill>
                  <a:schemeClr val="tx1">
                    <a:lumMod val="85000"/>
                    <a:lumOff val="15000"/>
                  </a:schemeClr>
                </a:solidFill>
                <a:latin typeface="+mj-lt"/>
                <a:ea typeface="+mj-ea"/>
                <a:cs typeface="+mj-cs"/>
              </a:rPr>
              <a:t> است، با استفاده از داده های زمان واقعی برای نظارت بر فعالیت های عرضه برای افزایش تجربه مشتری مهم است همچنین پتانسیل «طراحی مجدد» با قابلیت </a:t>
            </a:r>
            <a:r>
              <a:rPr lang="en-US" sz="1600" dirty="0">
                <a:solidFill>
                  <a:schemeClr val="tx1">
                    <a:lumMod val="85000"/>
                    <a:lumOff val="15000"/>
                  </a:schemeClr>
                </a:solidFill>
                <a:latin typeface="+mj-lt"/>
                <a:ea typeface="+mj-ea"/>
                <a:cs typeface="+mj-cs"/>
              </a:rPr>
              <a:t>IoT</a:t>
            </a:r>
            <a:r>
              <a:rPr lang="fa-IR" sz="1600" dirty="0">
                <a:solidFill>
                  <a:schemeClr val="tx1">
                    <a:lumMod val="85000"/>
                    <a:lumOff val="15000"/>
                  </a:schemeClr>
                </a:solidFill>
                <a:latin typeface="+mj-lt"/>
                <a:ea typeface="+mj-ea"/>
                <a:cs typeface="+mj-cs"/>
              </a:rPr>
              <a:t> محصول یا خدمات با کمک قابلیت تکامل طراحی فعال می کند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ar-SA" sz="1600" dirty="0">
                <a:solidFill>
                  <a:schemeClr val="tx1">
                    <a:lumMod val="85000"/>
                    <a:lumOff val="15000"/>
                  </a:schemeClr>
                </a:solidFill>
                <a:latin typeface="+mj-lt"/>
                <a:ea typeface="+mj-ea"/>
                <a:cs typeface="+mj-cs"/>
              </a:rPr>
              <a:t> </a:t>
            </a:r>
            <a:r>
              <a:rPr lang="fa-IR" sz="1600" dirty="0">
                <a:solidFill>
                  <a:schemeClr val="tx1">
                    <a:lumMod val="85000"/>
                    <a:lumOff val="15000"/>
                  </a:schemeClr>
                </a:solidFill>
                <a:latin typeface="+mj-lt"/>
                <a:ea typeface="+mj-ea"/>
                <a:cs typeface="+mj-cs"/>
              </a:rPr>
              <a:t>از طریق طراحی، شبیه سازی و بهینه سازی سیستم به صورت مجازی وبا برگرداندن آن به دنیای واقعی، امکان دستیابی به پیکربندی مجدد سیستم وجود دارد.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توانایی از طریق تغییر هر دو سخت افزار خاص (یعنی تغییر ربات ابزارهایی برای فعالیت های جداسازی قطعات)، و منابع نرم افزاری (به عنوان مثال، ربات) کدنویسی برنامه</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اینترنت اشیا اتصالات بین سازمان ها، تامین کنندگان و مشتریان به منظور پیشنهاد ارائه خدمات</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به جای محصولات فیزیکی  را فعال می کند.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800" kern="100" dirty="0">
                <a:effectLst/>
                <a:latin typeface="Calibri" panose="020F0502020204030204" pitchFamily="34" charset="0"/>
                <a:ea typeface="Calibri" panose="020F0502020204030204" pitchFamily="34"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5" name="Diagram 4">
            <a:extLst>
              <a:ext uri="{FF2B5EF4-FFF2-40B4-BE49-F238E27FC236}">
                <a16:creationId xmlns:a16="http://schemas.microsoft.com/office/drawing/2014/main" id="{8A7DF7ED-9F7F-85F6-F9E3-236A132B7110}"/>
              </a:ext>
            </a:extLst>
          </p:cNvPr>
          <p:cNvGraphicFramePr/>
          <p:nvPr>
            <p:extLst>
              <p:ext uri="{D42A27DB-BD31-4B8C-83A1-F6EECF244321}">
                <p14:modId xmlns:p14="http://schemas.microsoft.com/office/powerpoint/2010/main" val="1473634323"/>
              </p:ext>
            </p:extLst>
          </p:nvPr>
        </p:nvGraphicFramePr>
        <p:xfrm>
          <a:off x="2061182" y="4267977"/>
          <a:ext cx="7812392" cy="2475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16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F11096-0D29-69A2-029B-3C38E38CE1D7}"/>
              </a:ext>
            </a:extLst>
          </p:cNvPr>
          <p:cNvSpPr txBox="1"/>
          <p:nvPr/>
        </p:nvSpPr>
        <p:spPr>
          <a:xfrm>
            <a:off x="1974715" y="204315"/>
            <a:ext cx="9387191" cy="2692084"/>
          </a:xfrm>
          <a:prstGeom prst="rect">
            <a:avLst/>
          </a:prstGeom>
          <a:noFill/>
        </p:spPr>
        <p:txBody>
          <a:bodyPr wrap="square">
            <a:spAutoFit/>
          </a:bodyPr>
          <a:lstStyle/>
          <a:p>
            <a:pPr marL="0" marR="0" algn="r" rtl="1">
              <a:lnSpc>
                <a:spcPct val="107000"/>
              </a:lnSpc>
              <a:spcBef>
                <a:spcPts val="0"/>
              </a:spcBef>
              <a:spcAft>
                <a:spcPts val="800"/>
              </a:spcAft>
            </a:pPr>
            <a:r>
              <a:rPr lang="fa-IR" sz="1600" b="1" dirty="0">
                <a:solidFill>
                  <a:schemeClr val="tx1">
                    <a:lumMod val="85000"/>
                    <a:lumOff val="15000"/>
                  </a:schemeClr>
                </a:solidFill>
                <a:latin typeface="+mj-lt"/>
                <a:ea typeface="+mj-ea"/>
                <a:cs typeface="+mj-cs"/>
              </a:rPr>
              <a:t>مدل کسب و کار مبادله</a:t>
            </a:r>
            <a:endParaRPr lang="en-US" sz="1600" b="1"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ar-SA" sz="1600" dirty="0">
                <a:solidFill>
                  <a:schemeClr val="tx1">
                    <a:lumMod val="85000"/>
                    <a:lumOff val="15000"/>
                  </a:schemeClr>
                </a:solidFill>
                <a:latin typeface="+mj-lt"/>
                <a:ea typeface="+mj-ea"/>
                <a:cs typeface="+mj-cs"/>
              </a:rPr>
              <a:t> </a:t>
            </a:r>
            <a:r>
              <a:rPr lang="fa-IR" sz="1600" dirty="0">
                <a:solidFill>
                  <a:schemeClr val="tx1">
                    <a:lumMod val="85000"/>
                    <a:lumOff val="15000"/>
                  </a:schemeClr>
                </a:solidFill>
                <a:latin typeface="+mj-lt"/>
                <a:ea typeface="+mj-ea"/>
                <a:cs typeface="+mj-cs"/>
              </a:rPr>
              <a:t>این مدل می تواند با استفاده از مواد افزودنی استحکام پیدا کند توسط ساخت و سیستم های اینترنت اشیا با قابلیت نظارت</a:t>
            </a:r>
            <a:r>
              <a:rPr lang="en-US" sz="1600" dirty="0">
                <a:solidFill>
                  <a:schemeClr val="tx1">
                    <a:lumMod val="85000"/>
                    <a:lumOff val="15000"/>
                  </a:schemeClr>
                </a:solidFill>
                <a:latin typeface="+mj-lt"/>
                <a:ea typeface="+mj-ea"/>
                <a:cs typeface="+mj-cs"/>
              </a:rPr>
              <a:t> </a:t>
            </a:r>
            <a:r>
              <a:rPr lang="fa-IR" sz="1600" dirty="0">
                <a:solidFill>
                  <a:schemeClr val="tx1">
                    <a:lumMod val="85000"/>
                    <a:lumOff val="15000"/>
                  </a:schemeClr>
                </a:solidFill>
                <a:latin typeface="+mj-lt"/>
                <a:ea typeface="+mj-ea"/>
                <a:cs typeface="+mj-cs"/>
              </a:rPr>
              <a:t>پرینترهای سه بعدی قادر به پردازش منابع تجدیدپذیر و پایدار هستند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ar-SA" sz="1600" dirty="0">
                <a:solidFill>
                  <a:schemeClr val="tx1">
                    <a:lumMod val="85000"/>
                    <a:lumOff val="15000"/>
                  </a:schemeClr>
                </a:solidFill>
                <a:latin typeface="+mj-lt"/>
                <a:ea typeface="+mj-ea"/>
                <a:cs typeface="+mj-cs"/>
              </a:rPr>
              <a:t> </a:t>
            </a:r>
            <a:r>
              <a:rPr lang="fa-IR" sz="1600" dirty="0">
                <a:solidFill>
                  <a:schemeClr val="tx1">
                    <a:lumMod val="85000"/>
                    <a:lumOff val="15000"/>
                  </a:schemeClr>
                </a:solidFill>
                <a:latin typeface="+mj-lt"/>
                <a:ea typeface="+mj-ea"/>
                <a:cs typeface="+mj-cs"/>
              </a:rPr>
              <a:t>براساس تعامل بین سازمان ها و مشتریان،برخی از شرکت ها قادر به تولید محصولات سفارشی با استفاده از</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پایگاه‌های داده‌ای که پرینترهای سه بعدی را در خود جای داده‌اند، که در آن اینترنت اشیاء به صرفه‌جویی در زمان کمک می‌کند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استفاده از مواد در تولید مواد افزودنی این نوع توابع را می سازند</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دسترسی به اصول </a:t>
            </a:r>
            <a:r>
              <a:rPr lang="en-US" sz="1600" dirty="0">
                <a:solidFill>
                  <a:schemeClr val="tx1">
                    <a:lumMod val="85000"/>
                    <a:lumOff val="15000"/>
                  </a:schemeClr>
                </a:solidFill>
                <a:latin typeface="+mj-lt"/>
                <a:ea typeface="+mj-ea"/>
                <a:cs typeface="+mj-cs"/>
              </a:rPr>
              <a:t>CE</a:t>
            </a:r>
            <a:r>
              <a:rPr lang="fa-IR" sz="1600" dirty="0">
                <a:solidFill>
                  <a:schemeClr val="tx1">
                    <a:lumMod val="85000"/>
                    <a:lumOff val="15000"/>
                  </a:schemeClr>
                </a:solidFill>
                <a:latin typeface="+mj-lt"/>
                <a:ea typeface="+mj-ea"/>
                <a:cs typeface="+mj-cs"/>
              </a:rPr>
              <a:t> آسان تر از اینترنت اشیا است جدول 8</a:t>
            </a:r>
          </a:p>
        </p:txBody>
      </p:sp>
      <p:graphicFrame>
        <p:nvGraphicFramePr>
          <p:cNvPr id="4" name="Diagram 3">
            <a:extLst>
              <a:ext uri="{FF2B5EF4-FFF2-40B4-BE49-F238E27FC236}">
                <a16:creationId xmlns:a16="http://schemas.microsoft.com/office/drawing/2014/main" id="{EB955996-AA0B-F4AD-6651-1A3C98292750}"/>
              </a:ext>
            </a:extLst>
          </p:cNvPr>
          <p:cNvGraphicFramePr/>
          <p:nvPr>
            <p:extLst>
              <p:ext uri="{D42A27DB-BD31-4B8C-83A1-F6EECF244321}">
                <p14:modId xmlns:p14="http://schemas.microsoft.com/office/powerpoint/2010/main" val="694752854"/>
              </p:ext>
            </p:extLst>
          </p:nvPr>
        </p:nvGraphicFramePr>
        <p:xfrm>
          <a:off x="492868" y="2003898"/>
          <a:ext cx="5522069" cy="48541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8402B331-7CE2-6FC4-9685-3EBC5047E147}"/>
              </a:ext>
            </a:extLst>
          </p:cNvPr>
          <p:cNvSpPr txBox="1"/>
          <p:nvPr/>
        </p:nvSpPr>
        <p:spPr>
          <a:xfrm>
            <a:off x="6177063" y="3285505"/>
            <a:ext cx="5522069" cy="2289216"/>
          </a:xfrm>
          <a:prstGeom prst="rect">
            <a:avLst/>
          </a:prstGeom>
          <a:noFill/>
        </p:spPr>
        <p:txBody>
          <a:bodyPr wrap="square">
            <a:spAutoFit/>
          </a:bodyPr>
          <a:lstStyle/>
          <a:p>
            <a:pPr marL="0" marR="0" algn="r" rtl="1">
              <a:lnSpc>
                <a:spcPct val="107000"/>
              </a:lnSpc>
              <a:spcBef>
                <a:spcPts val="0"/>
              </a:spcBef>
              <a:spcAft>
                <a:spcPts val="800"/>
              </a:spcAft>
            </a:pPr>
            <a:r>
              <a:rPr lang="ar-SA" sz="1600" dirty="0">
                <a:solidFill>
                  <a:schemeClr val="tx1">
                    <a:lumMod val="85000"/>
                    <a:lumOff val="15000"/>
                  </a:schemeClr>
                </a:solidFill>
                <a:latin typeface="+mj-lt"/>
                <a:ea typeface="+mj-ea"/>
                <a:cs typeface="+mj-cs"/>
              </a:rPr>
              <a:t> </a:t>
            </a:r>
            <a:r>
              <a:rPr lang="fa-IR" sz="1600" b="1" dirty="0">
                <a:solidFill>
                  <a:schemeClr val="tx1">
                    <a:lumMod val="85000"/>
                    <a:lumOff val="15000"/>
                  </a:schemeClr>
                </a:solidFill>
                <a:latin typeface="+mj-lt"/>
                <a:ea typeface="+mj-ea"/>
                <a:cs typeface="+mj-cs"/>
              </a:rPr>
              <a:t>بازسازی مدل کسب و کار</a:t>
            </a:r>
            <a:endParaRPr lang="en-US" sz="1600" b="1"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این مدل می تواند از اینترنت اشیا در قالب حسگرها و شبکه بهره مند شود</a:t>
            </a:r>
            <a:r>
              <a:rPr lang="fa-IR" sz="1800" kern="100" dirty="0">
                <a:effectLst/>
                <a:latin typeface="Calibri" panose="020F0502020204030204" pitchFamily="34" charset="0"/>
                <a:ea typeface="Calibri" panose="020F0502020204030204" pitchFamily="34" charset="0"/>
                <a:cs typeface="Arial" panose="020B0604020202020204" pitchFamily="34" charset="0"/>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kern="100" dirty="0">
                <a:effectLst/>
                <a:latin typeface="Calibri" panose="020F0502020204030204" pitchFamily="34" charset="0"/>
                <a:ea typeface="Calibri" panose="020F0502020204030204" pitchFamily="34" charset="0"/>
                <a:cs typeface="Arial" panose="020B0604020202020204" pitchFamily="34" charset="0"/>
              </a:rPr>
              <a:t> </a:t>
            </a:r>
            <a:r>
              <a:rPr lang="fa-IR" sz="1600" dirty="0">
                <a:solidFill>
                  <a:schemeClr val="tx1">
                    <a:lumMod val="85000"/>
                    <a:lumOff val="15000"/>
                  </a:schemeClr>
                </a:solidFill>
                <a:latin typeface="+mj-lt"/>
                <a:ea typeface="+mj-ea"/>
                <a:cs typeface="+mj-cs"/>
              </a:rPr>
              <a:t>تصمیمات طراحی، تولید و عرضه </a:t>
            </a:r>
            <a:r>
              <a:rPr lang="en-US" sz="1600" dirty="0">
                <a:solidFill>
                  <a:schemeClr val="tx1">
                    <a:lumMod val="85000"/>
                    <a:lumOff val="15000"/>
                  </a:schemeClr>
                </a:solidFill>
                <a:latin typeface="+mj-lt"/>
                <a:ea typeface="+mj-ea"/>
                <a:cs typeface="+mj-cs"/>
              </a:rPr>
              <a:t>CE</a:t>
            </a:r>
            <a:r>
              <a:rPr lang="fa-IR" sz="1600" dirty="0">
                <a:solidFill>
                  <a:schemeClr val="tx1">
                    <a:lumMod val="85000"/>
                    <a:lumOff val="15000"/>
                  </a:schemeClr>
                </a:solidFill>
                <a:latin typeface="+mj-lt"/>
                <a:ea typeface="+mj-ea"/>
                <a:cs typeface="+mj-cs"/>
              </a:rPr>
              <a:t> می تواند باشدبر اساس داده های ارائه شده توسط اینترنت اشیا تنظیم شده است</a:t>
            </a:r>
            <a:endParaRPr lang="en-US" sz="1600" dirty="0">
              <a:solidFill>
                <a:schemeClr val="tx1">
                  <a:lumMod val="85000"/>
                  <a:lumOff val="15000"/>
                </a:schemeClr>
              </a:solidFill>
              <a:latin typeface="+mj-lt"/>
              <a:ea typeface="+mj-ea"/>
              <a:cs typeface="+mj-cs"/>
            </a:endParaRPr>
          </a:p>
          <a:p>
            <a:pPr marL="0" marR="0" algn="r" rtl="1">
              <a:lnSpc>
                <a:spcPct val="107000"/>
              </a:lnSpc>
              <a:spcBef>
                <a:spcPts val="0"/>
              </a:spcBef>
              <a:spcAft>
                <a:spcPts val="800"/>
              </a:spcAft>
            </a:pPr>
            <a:r>
              <a:rPr lang="ar-SA" sz="1600" dirty="0">
                <a:solidFill>
                  <a:schemeClr val="tx1">
                    <a:lumMod val="85000"/>
                    <a:lumOff val="15000"/>
                  </a:schemeClr>
                </a:solidFill>
                <a:latin typeface="+mj-lt"/>
                <a:ea typeface="+mj-ea"/>
                <a:cs typeface="+mj-cs"/>
              </a:rPr>
              <a:t> </a:t>
            </a:r>
            <a:r>
              <a:rPr lang="fa-IR" sz="1600" dirty="0">
                <a:solidFill>
                  <a:schemeClr val="tx1">
                    <a:lumMod val="85000"/>
                    <a:lumOff val="15000"/>
                  </a:schemeClr>
                </a:solidFill>
                <a:latin typeface="+mj-lt"/>
                <a:ea typeface="+mj-ea"/>
                <a:cs typeface="+mj-cs"/>
              </a:rPr>
              <a:t>کاهش مصرف منابع غیر ضروری برای بهبودبهره وری از برداشت و افزایش چرخه عمر استفاده از زمین را باعث میشود.</a:t>
            </a:r>
            <a:endParaRPr lang="en-US" sz="16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601099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A8FD1F-CA44-D5AB-94ED-62C3FBCB6D48}"/>
              </a:ext>
            </a:extLst>
          </p:cNvPr>
          <p:cNvSpPr txBox="1"/>
          <p:nvPr/>
        </p:nvSpPr>
        <p:spPr>
          <a:xfrm>
            <a:off x="1473739" y="758499"/>
            <a:ext cx="9766571" cy="334835"/>
          </a:xfrm>
          <a:prstGeom prst="rect">
            <a:avLst/>
          </a:prstGeom>
          <a:noFill/>
        </p:spPr>
        <p:txBody>
          <a:bodyPr wrap="square">
            <a:spAutoFit/>
          </a:bodyPr>
          <a:lstStyle/>
          <a:p>
            <a:pPr marL="0" marR="0" algn="r" rtl="1">
              <a:lnSpc>
                <a:spcPct val="107000"/>
              </a:lnSpc>
              <a:spcBef>
                <a:spcPts val="0"/>
              </a:spcBef>
              <a:spcAft>
                <a:spcPts val="800"/>
              </a:spcAft>
            </a:pPr>
            <a:r>
              <a:rPr lang="fa-IR" sz="1600" dirty="0">
                <a:solidFill>
                  <a:schemeClr val="tx1">
                    <a:lumMod val="85000"/>
                    <a:lumOff val="15000"/>
                  </a:schemeClr>
                </a:solidFill>
                <a:latin typeface="+mj-lt"/>
                <a:ea typeface="+mj-ea"/>
                <a:cs typeface="+mj-cs"/>
              </a:rPr>
              <a:t>شکل 7نشان می دهد که با استفاده از </a:t>
            </a:r>
            <a:r>
              <a:rPr lang="en-US" sz="1600" dirty="0">
                <a:solidFill>
                  <a:schemeClr val="tx1">
                    <a:lumMod val="85000"/>
                    <a:lumOff val="15000"/>
                  </a:schemeClr>
                </a:solidFill>
                <a:latin typeface="+mj-lt"/>
                <a:ea typeface="+mj-ea"/>
                <a:cs typeface="+mj-cs"/>
              </a:rPr>
              <a:t>IoT</a:t>
            </a:r>
            <a:r>
              <a:rPr lang="fa-IR" sz="1600" dirty="0">
                <a:solidFill>
                  <a:schemeClr val="tx1">
                    <a:lumMod val="85000"/>
                    <a:lumOff val="15000"/>
                  </a:schemeClr>
                </a:solidFill>
                <a:latin typeface="+mj-lt"/>
                <a:ea typeface="+mj-ea"/>
                <a:cs typeface="+mj-cs"/>
              </a:rPr>
              <a:t> در شش </a:t>
            </a:r>
            <a:r>
              <a:rPr lang="en-US" sz="1600" dirty="0" err="1">
                <a:solidFill>
                  <a:schemeClr val="tx1">
                    <a:lumMod val="85000"/>
                    <a:lumOff val="15000"/>
                  </a:schemeClr>
                </a:solidFill>
                <a:latin typeface="+mj-lt"/>
                <a:ea typeface="+mj-ea"/>
                <a:cs typeface="+mj-cs"/>
              </a:rPr>
              <a:t>ReSOLVE</a:t>
            </a:r>
            <a:r>
              <a:rPr lang="fa-IR" sz="1600" dirty="0">
                <a:solidFill>
                  <a:schemeClr val="tx1">
                    <a:lumMod val="85000"/>
                    <a:lumOff val="15000"/>
                  </a:schemeClr>
                </a:solidFill>
                <a:latin typeface="+mj-lt"/>
                <a:ea typeface="+mj-ea"/>
                <a:cs typeface="+mj-cs"/>
              </a:rPr>
              <a:t> چقدر انرژی صرفه جویی می شود</a:t>
            </a:r>
            <a:endParaRPr lang="en-US" sz="1600" dirty="0">
              <a:solidFill>
                <a:schemeClr val="tx1">
                  <a:lumMod val="85000"/>
                  <a:lumOff val="15000"/>
                </a:schemeClr>
              </a:solidFill>
              <a:latin typeface="+mj-lt"/>
              <a:ea typeface="+mj-ea"/>
              <a:cs typeface="+mj-cs"/>
            </a:endParaRPr>
          </a:p>
        </p:txBody>
      </p:sp>
      <p:pic>
        <p:nvPicPr>
          <p:cNvPr id="4" name="Picture 3">
            <a:extLst>
              <a:ext uri="{FF2B5EF4-FFF2-40B4-BE49-F238E27FC236}">
                <a16:creationId xmlns:a16="http://schemas.microsoft.com/office/drawing/2014/main" id="{324FF59B-59F8-4E26-1F12-CE5424F07CF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20247" y="1499307"/>
            <a:ext cx="4990289" cy="3413353"/>
          </a:xfrm>
          <a:prstGeom prst="rect">
            <a:avLst/>
          </a:prstGeom>
          <a:noFill/>
          <a:ln>
            <a:noFill/>
          </a:ln>
        </p:spPr>
      </p:pic>
      <p:sp>
        <p:nvSpPr>
          <p:cNvPr id="6" name="TextBox 5">
            <a:extLst>
              <a:ext uri="{FF2B5EF4-FFF2-40B4-BE49-F238E27FC236}">
                <a16:creationId xmlns:a16="http://schemas.microsoft.com/office/drawing/2014/main" id="{EC0ABAFB-3EE2-157F-5F8D-D6396B4EB6EC}"/>
              </a:ext>
            </a:extLst>
          </p:cNvPr>
          <p:cNvSpPr txBox="1"/>
          <p:nvPr/>
        </p:nvSpPr>
        <p:spPr>
          <a:xfrm>
            <a:off x="853600" y="5182081"/>
            <a:ext cx="10758792" cy="1099853"/>
          </a:xfrm>
          <a:prstGeom prst="rect">
            <a:avLst/>
          </a:prstGeom>
          <a:noFill/>
        </p:spPr>
        <p:txBody>
          <a:bodyPr wrap="square">
            <a:spAutoFit/>
          </a:bodyPr>
          <a:lstStyle/>
          <a:p>
            <a:pPr algn="r" rtl="1">
              <a:lnSpc>
                <a:spcPct val="107000"/>
              </a:lnSpc>
              <a:spcAft>
                <a:spcPts val="800"/>
              </a:spcAft>
            </a:pPr>
            <a:r>
              <a:rPr lang="en-US" sz="1800" kern="100" dirty="0">
                <a:effectLst/>
                <a:latin typeface="Calibri" panose="020F0502020204030204" pitchFamily="34" charset="0"/>
                <a:ea typeface="Calibri" panose="020F0502020204030204" pitchFamily="34" charset="0"/>
                <a:cs typeface="Arial" panose="020B0604020202020204" pitchFamily="34" charset="0"/>
              </a:rPr>
              <a:t>X-axis</a:t>
            </a:r>
            <a:r>
              <a:rPr lang="fa-IR" sz="1800" kern="100" dirty="0">
                <a:effectLst/>
                <a:latin typeface="Calibri" panose="020F0502020204030204" pitchFamily="34" charset="0"/>
                <a:ea typeface="Calibri" panose="020F0502020204030204" pitchFamily="34" charset="0"/>
                <a:cs typeface="Arial" panose="020B0604020202020204" pitchFamily="34" charset="0"/>
              </a:rPr>
              <a:t> </a:t>
            </a:r>
            <a:r>
              <a:rPr lang="fa-IR" sz="1600" dirty="0">
                <a:solidFill>
                  <a:schemeClr val="tx1">
                    <a:lumMod val="85000"/>
                    <a:lumOff val="15000"/>
                  </a:schemeClr>
                </a:solidFill>
                <a:latin typeface="+mj-lt"/>
                <a:ea typeface="+mj-ea"/>
                <a:cs typeface="+mj-cs"/>
              </a:rPr>
              <a:t>دسته بندی مدل کسب و کار </a:t>
            </a:r>
            <a:r>
              <a:rPr lang="en-US" sz="1600" dirty="0" err="1">
                <a:solidFill>
                  <a:schemeClr val="tx1">
                    <a:lumMod val="85000"/>
                    <a:lumOff val="15000"/>
                  </a:schemeClr>
                </a:solidFill>
                <a:latin typeface="+mj-lt"/>
                <a:ea typeface="+mj-ea"/>
                <a:cs typeface="+mj-cs"/>
              </a:rPr>
              <a:t>ReSOLVE</a:t>
            </a:r>
            <a:r>
              <a:rPr lang="fa-IR" sz="1600" dirty="0">
                <a:solidFill>
                  <a:schemeClr val="tx1">
                    <a:lumMod val="85000"/>
                    <a:lumOff val="15000"/>
                  </a:schemeClr>
                </a:solidFill>
                <a:latin typeface="+mj-lt"/>
                <a:ea typeface="+mj-ea"/>
                <a:cs typeface="+mj-cs"/>
              </a:rPr>
              <a:t> و تعداد آنها را نشان می دهد</a:t>
            </a:r>
            <a:endParaRPr lang="en-US" sz="1600" dirty="0">
              <a:solidFill>
                <a:schemeClr val="tx1">
                  <a:lumMod val="85000"/>
                  <a:lumOff val="15000"/>
                </a:schemeClr>
              </a:solidFill>
              <a:latin typeface="+mj-lt"/>
              <a:ea typeface="+mj-ea"/>
              <a:cs typeface="+mj-cs"/>
            </a:endParaRPr>
          </a:p>
          <a:p>
            <a:pPr algn="r" rtl="1">
              <a:lnSpc>
                <a:spcPct val="107000"/>
              </a:lnSpc>
              <a:spcAft>
                <a:spcPts val="800"/>
              </a:spcAft>
            </a:pPr>
            <a:r>
              <a:rPr lang="fa-IR" sz="1600" dirty="0">
                <a:solidFill>
                  <a:schemeClr val="tx1">
                    <a:lumMod val="85000"/>
                    <a:lumOff val="15000"/>
                  </a:schemeClr>
                </a:solidFill>
                <a:latin typeface="+mj-lt"/>
                <a:ea typeface="+mj-ea"/>
                <a:cs typeface="+mj-cs"/>
              </a:rPr>
              <a:t>نمونه ها در هر کدام محور </a:t>
            </a:r>
            <a:r>
              <a:rPr lang="en-US" sz="1600" dirty="0">
                <a:solidFill>
                  <a:schemeClr val="tx1">
                    <a:lumMod val="85000"/>
                    <a:lumOff val="15000"/>
                  </a:schemeClr>
                </a:solidFill>
                <a:latin typeface="+mj-lt"/>
                <a:ea typeface="+mj-ea"/>
                <a:cs typeface="+mj-cs"/>
              </a:rPr>
              <a:t>Y</a:t>
            </a:r>
            <a:r>
              <a:rPr lang="fa-IR" sz="1600" dirty="0">
                <a:solidFill>
                  <a:schemeClr val="tx1">
                    <a:lumMod val="85000"/>
                    <a:lumOff val="15000"/>
                  </a:schemeClr>
                </a:solidFill>
                <a:latin typeface="+mj-lt"/>
                <a:ea typeface="+mj-ea"/>
                <a:cs typeface="+mj-cs"/>
              </a:rPr>
              <a:t> نشان دهنده صرفه جویی نسبی انرژی است</a:t>
            </a:r>
            <a:endParaRPr lang="en-US" sz="1600" dirty="0">
              <a:solidFill>
                <a:schemeClr val="tx1">
                  <a:lumMod val="85000"/>
                  <a:lumOff val="15000"/>
                </a:schemeClr>
              </a:solidFill>
              <a:latin typeface="+mj-lt"/>
              <a:ea typeface="+mj-ea"/>
              <a:cs typeface="+mj-cs"/>
            </a:endParaRPr>
          </a:p>
          <a:p>
            <a:pPr algn="r" rtl="1">
              <a:lnSpc>
                <a:spcPct val="107000"/>
              </a:lnSpc>
              <a:spcAft>
                <a:spcPts val="800"/>
              </a:spcAft>
            </a:pPr>
            <a:r>
              <a:rPr lang="fa-IR" sz="1600" dirty="0">
                <a:solidFill>
                  <a:schemeClr val="tx1">
                    <a:lumMod val="85000"/>
                    <a:lumOff val="15000"/>
                  </a:schemeClr>
                </a:solidFill>
                <a:latin typeface="+mj-lt"/>
                <a:ea typeface="+mj-ea"/>
                <a:cs typeface="+mj-cs"/>
              </a:rPr>
              <a:t>در مقایسه با یک سناریوی پایه بدون افزایش اینترنت اشیا (یعنی مصرف انرژی در خط پایه روی 100 درصد تنظیم شده است.</a:t>
            </a:r>
            <a:endParaRPr lang="en-US" sz="16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3909350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1B9C1A-09C4-616A-51CE-952508C3F08E}"/>
              </a:ext>
            </a:extLst>
          </p:cNvPr>
          <p:cNvSpPr txBox="1"/>
          <p:nvPr/>
        </p:nvSpPr>
        <p:spPr>
          <a:xfrm>
            <a:off x="3047189" y="904550"/>
            <a:ext cx="8470360" cy="4361515"/>
          </a:xfrm>
          <a:prstGeom prst="rect">
            <a:avLst/>
          </a:prstGeom>
          <a:noFill/>
        </p:spPr>
        <p:txBody>
          <a:bodyPr wrap="square">
            <a:spAutoFit/>
          </a:bodyPr>
          <a:lstStyle/>
          <a:p>
            <a:pPr marL="0" marR="0" algn="r" rtl="1">
              <a:lnSpc>
                <a:spcPct val="107000"/>
              </a:lnSpc>
              <a:spcBef>
                <a:spcPts val="0"/>
              </a:spcBef>
              <a:spcAft>
                <a:spcPts val="800"/>
              </a:spcAft>
            </a:pPr>
            <a:r>
              <a:rPr lang="ar-SA" sz="1600" dirty="0">
                <a:solidFill>
                  <a:schemeClr val="tx1">
                    <a:lumMod val="85000"/>
                    <a:lumOff val="15000"/>
                  </a:schemeClr>
                </a:solidFill>
                <a:latin typeface="+mj-lt"/>
                <a:ea typeface="+mj-ea"/>
                <a:cs typeface="+mj-cs"/>
              </a:rPr>
              <a:t>جدول 10: معایب زیست‌محیطی و سایر موانع برای اجرای</a:t>
            </a:r>
            <a:r>
              <a:rPr lang="en-US" sz="1600" dirty="0">
                <a:solidFill>
                  <a:schemeClr val="tx1">
                    <a:lumMod val="85000"/>
                    <a:lumOff val="15000"/>
                  </a:schemeClr>
                </a:solidFill>
                <a:latin typeface="+mj-lt"/>
                <a:ea typeface="+mj-ea"/>
                <a:cs typeface="+mj-cs"/>
              </a:rPr>
              <a:t> IoT</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a:t>
            </a:r>
            <a:r>
              <a:rPr lang="ar-SA" sz="1600" dirty="0">
                <a:solidFill>
                  <a:schemeClr val="tx1">
                    <a:lumMod val="85000"/>
                    <a:lumOff val="15000"/>
                  </a:schemeClr>
                </a:solidFill>
                <a:latin typeface="+mj-lt"/>
                <a:ea typeface="+mj-ea"/>
                <a:cs typeface="+mj-cs"/>
              </a:rPr>
              <a:t>نوع | معایب و موانع</a:t>
            </a: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a:t>
            </a:r>
            <a:r>
              <a:rPr lang="ar-SA" sz="1600" dirty="0">
                <a:solidFill>
                  <a:schemeClr val="tx1">
                    <a:lumMod val="85000"/>
                    <a:lumOff val="15000"/>
                  </a:schemeClr>
                </a:solidFill>
                <a:latin typeface="+mj-lt"/>
                <a:ea typeface="+mj-ea"/>
                <a:cs typeface="+mj-cs"/>
              </a:rPr>
              <a:t>زیست‌محیطی | استفاده از مواد مضر و منابع غیرقابل تجزیه</a:t>
            </a: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 </a:t>
            </a:r>
            <a:r>
              <a:rPr lang="ar-SA" sz="1600" dirty="0">
                <a:solidFill>
                  <a:schemeClr val="tx1">
                    <a:lumMod val="85000"/>
                    <a:lumOff val="15000"/>
                  </a:schemeClr>
                </a:solidFill>
                <a:latin typeface="+mj-lt"/>
                <a:ea typeface="+mj-ea"/>
                <a:cs typeface="+mj-cs"/>
              </a:rPr>
              <a:t>مصرف بیش از حد انرژی سخت‌افزار</a:t>
            </a: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 </a:t>
            </a:r>
            <a:r>
              <a:rPr lang="ar-SA" sz="1600" dirty="0">
                <a:solidFill>
                  <a:schemeClr val="tx1">
                    <a:lumMod val="85000"/>
                    <a:lumOff val="15000"/>
                  </a:schemeClr>
                </a:solidFill>
                <a:latin typeface="+mj-lt"/>
                <a:ea typeface="+mj-ea"/>
                <a:cs typeface="+mj-cs"/>
              </a:rPr>
              <a:t>بهره‌وری انرژی پروتکل</a:t>
            </a:r>
            <a:r>
              <a:rPr lang="en-US" sz="1600" dirty="0">
                <a:solidFill>
                  <a:schemeClr val="tx1">
                    <a:lumMod val="85000"/>
                    <a:lumOff val="15000"/>
                  </a:schemeClr>
                </a:solidFill>
                <a:latin typeface="+mj-lt"/>
                <a:ea typeface="+mj-ea"/>
                <a:cs typeface="+mj-cs"/>
              </a:rPr>
              <a:t> IoT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 </a:t>
            </a:r>
            <a:r>
              <a:rPr lang="ar-SA" sz="1600" dirty="0">
                <a:solidFill>
                  <a:schemeClr val="tx1">
                    <a:lumMod val="85000"/>
                    <a:lumOff val="15000"/>
                  </a:schemeClr>
                </a:solidFill>
                <a:latin typeface="+mj-lt"/>
                <a:ea typeface="+mj-ea"/>
                <a:cs typeface="+mj-cs"/>
              </a:rPr>
              <a:t>عدم استانداردسازی و دانش تکنولوژیکی در بین شرکاء</a:t>
            </a: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 </a:t>
            </a:r>
            <a:r>
              <a:rPr lang="ar-SA" sz="1600" dirty="0">
                <a:solidFill>
                  <a:schemeClr val="tx1">
                    <a:lumMod val="85000"/>
                    <a:lumOff val="15000"/>
                  </a:schemeClr>
                </a:solidFill>
                <a:latin typeface="+mj-lt"/>
                <a:ea typeface="+mj-ea"/>
                <a:cs typeface="+mj-cs"/>
              </a:rPr>
              <a:t>در دسترس بودن داده‌ها</a:t>
            </a: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 </a:t>
            </a:r>
            <a:r>
              <a:rPr lang="ar-SA" sz="1600" dirty="0">
                <a:solidFill>
                  <a:schemeClr val="tx1">
                    <a:lumMod val="85000"/>
                    <a:lumOff val="15000"/>
                  </a:schemeClr>
                </a:solidFill>
                <a:latin typeface="+mj-lt"/>
                <a:ea typeface="+mj-ea"/>
                <a:cs typeface="+mj-cs"/>
              </a:rPr>
              <a:t>سرمایه‌گذاری مالی بالا</a:t>
            </a: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 </a:t>
            </a:r>
            <a:r>
              <a:rPr lang="ar-SA" sz="1600" dirty="0">
                <a:solidFill>
                  <a:schemeClr val="tx1">
                    <a:lumMod val="85000"/>
                    <a:lumOff val="15000"/>
                  </a:schemeClr>
                </a:solidFill>
                <a:latin typeface="+mj-lt"/>
                <a:ea typeface="+mj-ea"/>
                <a:cs typeface="+mj-cs"/>
              </a:rPr>
              <a:t>امنیت پلتفرم مجازی</a:t>
            </a:r>
            <a:r>
              <a:rPr lang="en-US" sz="1600" dirty="0">
                <a:solidFill>
                  <a:schemeClr val="tx1">
                    <a:lumMod val="85000"/>
                    <a:lumOff val="15000"/>
                  </a:schemeClr>
                </a:solidFill>
                <a:latin typeface="+mj-lt"/>
                <a:ea typeface="+mj-ea"/>
                <a:cs typeface="+mj-cs"/>
              </a:rPr>
              <a:t> |</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 </a:t>
            </a:r>
            <a:r>
              <a:rPr lang="ar-SA" sz="1600" dirty="0">
                <a:solidFill>
                  <a:schemeClr val="tx1">
                    <a:lumMod val="85000"/>
                    <a:lumOff val="15000"/>
                  </a:schemeClr>
                </a:solidFill>
                <a:latin typeface="+mj-lt"/>
                <a:ea typeface="+mj-ea"/>
                <a:cs typeface="+mj-cs"/>
              </a:rPr>
              <a:t>اتصال اینترنت ناکافی</a:t>
            </a:r>
            <a:r>
              <a:rPr lang="en-US" sz="1600" dirty="0">
                <a:solidFill>
                  <a:schemeClr val="tx1">
                    <a:lumMod val="85000"/>
                    <a:lumOff val="15000"/>
                  </a:schemeClr>
                </a:solidFill>
                <a:latin typeface="+mj-lt"/>
                <a:ea typeface="+mj-ea"/>
                <a:cs typeface="+mj-cs"/>
              </a:rPr>
              <a:t> |</a:t>
            </a:r>
          </a:p>
        </p:txBody>
      </p:sp>
    </p:spTree>
    <p:extLst>
      <p:ext uri="{BB962C8B-B14F-4D97-AF65-F5344CB8AC3E}">
        <p14:creationId xmlns:p14="http://schemas.microsoft.com/office/powerpoint/2010/main" val="26066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A96B17-8046-2D45-E850-C65EC9DBDBDC}"/>
              </a:ext>
            </a:extLst>
          </p:cNvPr>
          <p:cNvSpPr txBox="1"/>
          <p:nvPr/>
        </p:nvSpPr>
        <p:spPr>
          <a:xfrm>
            <a:off x="1566153" y="762019"/>
            <a:ext cx="9951396" cy="6328720"/>
          </a:xfrm>
          <a:prstGeom prst="rect">
            <a:avLst/>
          </a:prstGeom>
          <a:noFill/>
        </p:spPr>
        <p:txBody>
          <a:bodyPr wrap="square">
            <a:spAutoFit/>
          </a:bodyPr>
          <a:lstStyle/>
          <a:p>
            <a:pPr marL="0" marR="0" algn="r" rtl="1">
              <a:lnSpc>
                <a:spcPct val="107000"/>
              </a:lnSpc>
              <a:spcBef>
                <a:spcPts val="0"/>
              </a:spcBef>
              <a:spcAft>
                <a:spcPts val="800"/>
              </a:spcAft>
            </a:pPr>
            <a:r>
              <a:rPr lang="en-US" sz="1600" b="1" dirty="0">
                <a:solidFill>
                  <a:schemeClr val="tx1">
                    <a:lumMod val="85000"/>
                    <a:lumOff val="15000"/>
                  </a:schemeClr>
                </a:solidFill>
                <a:latin typeface="+mj-lt"/>
                <a:ea typeface="+mj-ea"/>
                <a:cs typeface="+mj-cs"/>
              </a:rPr>
              <a:t>4.2. </a:t>
            </a:r>
            <a:r>
              <a:rPr lang="fa-IR" sz="1600" b="1" dirty="0">
                <a:solidFill>
                  <a:schemeClr val="tx1">
                    <a:lumMod val="85000"/>
                    <a:lumOff val="15000"/>
                  </a:schemeClr>
                </a:solidFill>
                <a:latin typeface="+mj-lt"/>
                <a:ea typeface="+mj-ea"/>
                <a:cs typeface="+mj-cs"/>
              </a:rPr>
              <a:t> </a:t>
            </a:r>
            <a:r>
              <a:rPr lang="ar-SA" sz="1600" b="1" dirty="0">
                <a:solidFill>
                  <a:schemeClr val="tx1">
                    <a:lumMod val="85000"/>
                    <a:lumOff val="15000"/>
                  </a:schemeClr>
                </a:solidFill>
                <a:latin typeface="+mj-lt"/>
                <a:ea typeface="+mj-ea"/>
                <a:cs typeface="+mj-cs"/>
              </a:rPr>
              <a:t>سایر موانع</a:t>
            </a:r>
            <a:r>
              <a:rPr lang="en-US" sz="1600" b="1" dirty="0">
                <a:solidFill>
                  <a:schemeClr val="tx1">
                    <a:lumMod val="85000"/>
                    <a:lumOff val="15000"/>
                  </a:schemeClr>
                </a:solidFill>
                <a:latin typeface="+mj-lt"/>
                <a:ea typeface="+mj-ea"/>
                <a:cs typeface="+mj-cs"/>
              </a:rPr>
              <a:t>:</a:t>
            </a:r>
          </a:p>
          <a:p>
            <a:pPr marL="0" marR="0" algn="r" rtl="1">
              <a:lnSpc>
                <a:spcPct val="150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Arial" panose="020B0604020202020204" pitchFamily="34" charset="0"/>
              </a:rPr>
              <a:t> </a:t>
            </a:r>
            <a:r>
              <a:rPr lang="ar-SA" sz="1600" dirty="0">
                <a:solidFill>
                  <a:schemeClr val="tx1">
                    <a:lumMod val="85000"/>
                    <a:lumOff val="15000"/>
                  </a:schemeClr>
                </a:solidFill>
                <a:latin typeface="+mj-lt"/>
                <a:ea typeface="+mj-ea"/>
                <a:cs typeface="+mj-cs"/>
              </a:rPr>
              <a:t>بررسی‌هایی که انجام داده‌ایم نشان می‌دهد که برخی از موانع اجرایی بیشتر در استفاده از</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در</a:t>
            </a:r>
            <a:r>
              <a:rPr lang="en-US" sz="1600" dirty="0">
                <a:solidFill>
                  <a:schemeClr val="tx1">
                    <a:lumMod val="85000"/>
                    <a:lumOff val="15000"/>
                  </a:schemeClr>
                </a:solidFill>
                <a:latin typeface="+mj-lt"/>
                <a:ea typeface="+mj-ea"/>
                <a:cs typeface="+mj-cs"/>
              </a:rPr>
              <a:t> CBM</a:t>
            </a:r>
            <a:r>
              <a:rPr lang="ar-SA" sz="1600" dirty="0">
                <a:solidFill>
                  <a:schemeClr val="tx1">
                    <a:lumMod val="85000"/>
                    <a:lumOff val="15000"/>
                  </a:schemeClr>
                </a:solidFill>
                <a:latin typeface="+mj-lt"/>
                <a:ea typeface="+mj-ea"/>
                <a:cs typeface="+mj-cs"/>
              </a:rPr>
              <a:t>ها وجود دارد. اول، عدم وجود فرایندهای استاندارد برای به‌دست آوردن داده‌های چرخه عمر دقیق برای</a:t>
            </a:r>
            <a:r>
              <a:rPr lang="en-US" sz="1600" dirty="0">
                <a:solidFill>
                  <a:schemeClr val="tx1">
                    <a:lumMod val="85000"/>
                    <a:lumOff val="15000"/>
                  </a:schemeClr>
                </a:solidFill>
                <a:latin typeface="+mj-lt"/>
                <a:ea typeface="+mj-ea"/>
                <a:cs typeface="+mj-cs"/>
              </a:rPr>
              <a:t> IoT</a:t>
            </a:r>
            <a:r>
              <a:rPr lang="ar-SA" sz="1600" dirty="0">
                <a:solidFill>
                  <a:schemeClr val="tx1">
                    <a:lumMod val="85000"/>
                    <a:lumOff val="15000"/>
                  </a:schemeClr>
                </a:solidFill>
                <a:latin typeface="+mj-lt"/>
                <a:ea typeface="+mj-ea"/>
                <a:cs typeface="+mj-cs"/>
              </a:rPr>
              <a:t>، یا سایر اشکالات اجرای و استفاده از</a:t>
            </a:r>
            <a:r>
              <a:rPr lang="en-US" sz="1600" dirty="0">
                <a:solidFill>
                  <a:schemeClr val="tx1">
                    <a:lumMod val="85000"/>
                    <a:lumOff val="15000"/>
                  </a:schemeClr>
                </a:solidFill>
                <a:latin typeface="+mj-lt"/>
                <a:ea typeface="+mj-ea"/>
                <a:cs typeface="+mj-cs"/>
              </a:rPr>
              <a:t> IoT</a:t>
            </a:r>
            <a:r>
              <a:rPr lang="fa-IR" sz="1600" dirty="0">
                <a:solidFill>
                  <a:schemeClr val="tx1">
                    <a:lumMod val="85000"/>
                    <a:lumOff val="15000"/>
                  </a:schemeClr>
                </a:solidFill>
                <a:latin typeface="+mj-lt"/>
                <a:ea typeface="+mj-ea"/>
                <a:cs typeface="+mj-cs"/>
              </a:rPr>
              <a:t> </a:t>
            </a:r>
            <a:endParaRPr lang="en-US" sz="1600" dirty="0">
              <a:solidFill>
                <a:schemeClr val="tx1">
                  <a:lumMod val="85000"/>
                  <a:lumOff val="15000"/>
                </a:schemeClr>
              </a:solidFill>
              <a:latin typeface="+mj-lt"/>
              <a:ea typeface="+mj-ea"/>
              <a:cs typeface="+mj-cs"/>
            </a:endParaRPr>
          </a:p>
          <a:p>
            <a:pPr marL="0" marR="0" algn="r" rtl="1">
              <a:lnSpc>
                <a:spcPct val="150000"/>
              </a:lnSpc>
              <a:spcBef>
                <a:spcPts val="0"/>
              </a:spcBef>
              <a:spcAft>
                <a:spcPts val="800"/>
              </a:spcAft>
            </a:pPr>
            <a:r>
              <a:rPr lang="en-US" sz="1600" dirty="0">
                <a:solidFill>
                  <a:schemeClr val="tx1">
                    <a:lumMod val="85000"/>
                    <a:lumOff val="15000"/>
                  </a:schemeClr>
                </a:solidFill>
                <a:latin typeface="+mj-lt"/>
                <a:ea typeface="+mj-ea"/>
                <a:cs typeface="+mj-cs"/>
              </a:rPr>
              <a:t> </a:t>
            </a:r>
            <a:r>
              <a:rPr lang="ar-SA" sz="1600" dirty="0">
                <a:solidFill>
                  <a:schemeClr val="tx1">
                    <a:lumMod val="85000"/>
                    <a:lumOff val="15000"/>
                  </a:schemeClr>
                </a:solidFill>
                <a:latin typeface="+mj-lt"/>
                <a:ea typeface="+mj-ea"/>
                <a:cs typeface="+mj-cs"/>
              </a:rPr>
              <a:t>دوم، فقدان استانداردسازی و راهنمایی در اجرای</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برای</a:t>
            </a:r>
            <a:r>
              <a:rPr lang="en-US" sz="1600" dirty="0">
                <a:solidFill>
                  <a:schemeClr val="tx1">
                    <a:lumMod val="85000"/>
                    <a:lumOff val="15000"/>
                  </a:schemeClr>
                </a:solidFill>
                <a:latin typeface="+mj-lt"/>
                <a:ea typeface="+mj-ea"/>
                <a:cs typeface="+mj-cs"/>
              </a:rPr>
              <a:t> CBM</a:t>
            </a:r>
            <a:r>
              <a:rPr lang="ar-SA" sz="1600" dirty="0">
                <a:solidFill>
                  <a:schemeClr val="tx1">
                    <a:lumMod val="85000"/>
                    <a:lumOff val="15000"/>
                  </a:schemeClr>
                </a:solidFill>
                <a:latin typeface="+mj-lt"/>
                <a:ea typeface="+mj-ea"/>
                <a:cs typeface="+mj-cs"/>
              </a:rPr>
              <a:t>ها مسائل دیگری را ایجاد می‌کند. ممکن است مقرراتی در مورد مالکیت داده‌ها در بین ذینفعان مختلف وجود نداشته باشد (استیل و همکاران، 2019). تنوع گسترده‌ای از اشکال ارتباطات</a:t>
            </a:r>
            <a:r>
              <a:rPr lang="en-US" sz="1600" dirty="0">
                <a:solidFill>
                  <a:schemeClr val="tx1">
                    <a:lumMod val="85000"/>
                    <a:lumOff val="15000"/>
                  </a:schemeClr>
                </a:solidFill>
                <a:latin typeface="+mj-lt"/>
                <a:ea typeface="+mj-ea"/>
                <a:cs typeface="+mj-cs"/>
              </a:rPr>
              <a:t> CET </a:t>
            </a:r>
            <a:r>
              <a:rPr lang="ar-SA" sz="1600" dirty="0">
                <a:solidFill>
                  <a:schemeClr val="tx1">
                    <a:lumMod val="85000"/>
                    <a:lumOff val="15000"/>
                  </a:schemeClr>
                </a:solidFill>
                <a:latin typeface="+mj-lt"/>
                <a:ea typeface="+mj-ea"/>
                <a:cs typeface="+mj-cs"/>
              </a:rPr>
              <a:t>وجود دارد که بر چنین داده‌های مالکیت گسترده اثر می‌گذارد</a:t>
            </a:r>
            <a:r>
              <a:rPr lang="en-US" sz="1600" dirty="0">
                <a:solidFill>
                  <a:schemeClr val="tx1">
                    <a:lumMod val="85000"/>
                    <a:lumOff val="15000"/>
                  </a:schemeClr>
                </a:solidFill>
                <a:latin typeface="+mj-lt"/>
                <a:ea typeface="+mj-ea"/>
                <a:cs typeface="+mj-cs"/>
              </a:rPr>
              <a:t>.</a:t>
            </a:r>
          </a:p>
          <a:p>
            <a:pPr marL="0" marR="0" algn="r" rtl="1">
              <a:lnSpc>
                <a:spcPct val="150000"/>
              </a:lnSpc>
              <a:spcBef>
                <a:spcPts val="0"/>
              </a:spcBef>
              <a:spcAft>
                <a:spcPts val="800"/>
              </a:spcAft>
            </a:pPr>
            <a:r>
              <a:rPr lang="en-US" sz="1600" dirty="0">
                <a:solidFill>
                  <a:schemeClr val="tx1">
                    <a:lumMod val="85000"/>
                    <a:lumOff val="15000"/>
                  </a:schemeClr>
                </a:solidFill>
                <a:latin typeface="+mj-lt"/>
                <a:ea typeface="+mj-ea"/>
                <a:cs typeface="+mj-cs"/>
              </a:rPr>
              <a:t> </a:t>
            </a:r>
            <a:r>
              <a:rPr lang="ar-SA" sz="1600" dirty="0">
                <a:solidFill>
                  <a:schemeClr val="tx1">
                    <a:lumMod val="85000"/>
                    <a:lumOff val="15000"/>
                  </a:schemeClr>
                </a:solidFill>
                <a:latin typeface="+mj-lt"/>
                <a:ea typeface="+mj-ea"/>
                <a:cs typeface="+mj-cs"/>
              </a:rPr>
              <a:t>سوم، تضمین امنیت داده‌ها و حریم خصوصی مسائل دیگری را ایجاد می‌کند (روی و روی، 2019). کاربران در محصولات و فرایندهای تولید و بازتولید می‌توانند آسیب‌پذیر باشند</a:t>
            </a:r>
            <a:r>
              <a:rPr lang="en-US" sz="1600" dirty="0">
                <a:solidFill>
                  <a:schemeClr val="tx1">
                    <a:lumMod val="85000"/>
                    <a:lumOff val="15000"/>
                  </a:schemeClr>
                </a:solidFill>
                <a:latin typeface="+mj-lt"/>
                <a:ea typeface="+mj-ea"/>
                <a:cs typeface="+mj-cs"/>
              </a:rPr>
              <a:t>.</a:t>
            </a:r>
          </a:p>
          <a:p>
            <a:pPr marL="0" marR="0" algn="r" rtl="1">
              <a:lnSpc>
                <a:spcPct val="150000"/>
              </a:lnSpc>
              <a:spcBef>
                <a:spcPts val="0"/>
              </a:spcBef>
              <a:spcAft>
                <a:spcPts val="800"/>
              </a:spcAft>
            </a:pPr>
            <a:r>
              <a:rPr lang="en-US" sz="1600" dirty="0">
                <a:solidFill>
                  <a:schemeClr val="tx1">
                    <a:lumMod val="85000"/>
                    <a:lumOff val="15000"/>
                  </a:schemeClr>
                </a:solidFill>
                <a:latin typeface="+mj-lt"/>
                <a:ea typeface="+mj-ea"/>
                <a:cs typeface="+mj-cs"/>
              </a:rPr>
              <a:t> </a:t>
            </a:r>
            <a:r>
              <a:rPr lang="ar-SA" sz="1600" dirty="0">
                <a:solidFill>
                  <a:schemeClr val="tx1">
                    <a:lumMod val="85000"/>
                    <a:lumOff val="15000"/>
                  </a:schemeClr>
                </a:solidFill>
                <a:latin typeface="+mj-lt"/>
                <a:ea typeface="+mj-ea"/>
                <a:cs typeface="+mj-cs"/>
              </a:rPr>
              <a:t>یکی از معایب</a:t>
            </a:r>
            <a:r>
              <a:rPr lang="en-US" sz="1600" dirty="0">
                <a:solidFill>
                  <a:schemeClr val="tx1">
                    <a:lumMod val="85000"/>
                    <a:lumOff val="15000"/>
                  </a:schemeClr>
                </a:solidFill>
                <a:latin typeface="+mj-lt"/>
                <a:ea typeface="+mj-ea"/>
                <a:cs typeface="+mj-cs"/>
              </a:rPr>
              <a:t> IoT</a:t>
            </a:r>
            <a:r>
              <a:rPr lang="ar-SA" sz="1600" dirty="0">
                <a:solidFill>
                  <a:schemeClr val="tx1">
                    <a:lumMod val="85000"/>
                    <a:lumOff val="15000"/>
                  </a:schemeClr>
                </a:solidFill>
                <a:latin typeface="+mj-lt"/>
                <a:ea typeface="+mj-ea"/>
                <a:cs typeface="+mj-cs"/>
              </a:rPr>
              <a:t>، حملات بات نت (توپتوک و هایلز، 2018) است. یک نمونه معمول از این بات نت، </a:t>
            </a:r>
            <a:r>
              <a:rPr lang="en-US" sz="1600" dirty="0">
                <a:solidFill>
                  <a:schemeClr val="tx1">
                    <a:lumMod val="85000"/>
                    <a:lumOff val="15000"/>
                  </a:schemeClr>
                </a:solidFill>
                <a:latin typeface="+mj-lt"/>
                <a:ea typeface="+mj-ea"/>
                <a:cs typeface="+mj-cs"/>
              </a:rPr>
              <a:t>Mirai IoT </a:t>
            </a:r>
            <a:r>
              <a:rPr lang="ar-SA" sz="1600" dirty="0">
                <a:solidFill>
                  <a:schemeClr val="tx1">
                    <a:lumMod val="85000"/>
                    <a:lumOff val="15000"/>
                  </a:schemeClr>
                </a:solidFill>
                <a:latin typeface="+mj-lt"/>
                <a:ea typeface="+mj-ea"/>
                <a:cs typeface="+mj-cs"/>
              </a:rPr>
              <a:t>است که می‌تواند مصرف‌کننده‌های الکترونیکی و روترهای خانگی را هدف قرار دهد، آن‌ها را به دستگاه‌های کنترل از راه دور زامبی تبدیل کند که می‌تواند در حملات شبکه‌های بزرگ مورد استفاده قرار گیرد (آنتوناکیس و همکاران، 2017). چنین چالش‌هایی می‌تواند با پروژه‌های</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تحت حمایت از اتحادیه اروپا، ابتکار</a:t>
            </a:r>
            <a:r>
              <a:rPr lang="en-US" sz="1600" dirty="0">
                <a:solidFill>
                  <a:schemeClr val="tx1">
                    <a:lumMod val="85000"/>
                    <a:lumOff val="15000"/>
                  </a:schemeClr>
                </a:solidFill>
                <a:latin typeface="+mj-lt"/>
                <a:ea typeface="+mj-ea"/>
                <a:cs typeface="+mj-cs"/>
              </a:rPr>
              <a:t> Gaia-X </a:t>
            </a:r>
            <a:r>
              <a:rPr lang="ar-SA" sz="1600" dirty="0">
                <a:solidFill>
                  <a:schemeClr val="tx1">
                    <a:lumMod val="85000"/>
                    <a:lumOff val="15000"/>
                  </a:schemeClr>
                </a:solidFill>
                <a:latin typeface="+mj-lt"/>
                <a:ea typeface="+mj-ea"/>
                <a:cs typeface="+mj-cs"/>
              </a:rPr>
              <a:t>و پروژه‌هایی مانند شبکه‌های هوشمند و</a:t>
            </a:r>
            <a:r>
              <a:rPr lang="en-US" sz="1600" dirty="0">
                <a:solidFill>
                  <a:schemeClr val="tx1">
                    <a:lumMod val="85000"/>
                    <a:lumOff val="15000"/>
                  </a:schemeClr>
                </a:solidFill>
                <a:latin typeface="+mj-lt"/>
                <a:ea typeface="+mj-ea"/>
                <a:cs typeface="+mj-cs"/>
              </a:rPr>
              <a:t> JU </a:t>
            </a:r>
            <a:r>
              <a:rPr lang="ar-SA" sz="1600" dirty="0">
                <a:solidFill>
                  <a:schemeClr val="tx1">
                    <a:lumMod val="85000"/>
                    <a:lumOff val="15000"/>
                  </a:schemeClr>
                </a:solidFill>
                <a:latin typeface="+mj-lt"/>
                <a:ea typeface="+mj-ea"/>
                <a:cs typeface="+mj-cs"/>
              </a:rPr>
              <a:t>و</a:t>
            </a:r>
            <a:r>
              <a:rPr lang="en-US" sz="1600" dirty="0">
                <a:solidFill>
                  <a:schemeClr val="tx1">
                    <a:lumMod val="85000"/>
                    <a:lumOff val="15000"/>
                  </a:schemeClr>
                </a:solidFill>
                <a:latin typeface="+mj-lt"/>
                <a:ea typeface="+mj-ea"/>
                <a:cs typeface="+mj-cs"/>
              </a:rPr>
              <a:t> AI</a:t>
            </a:r>
            <a:r>
              <a:rPr lang="ar-SA" sz="1600" dirty="0">
                <a:solidFill>
                  <a:schemeClr val="tx1">
                    <a:lumMod val="85000"/>
                    <a:lumOff val="15000"/>
                  </a:schemeClr>
                </a:solidFill>
                <a:latin typeface="+mj-lt"/>
                <a:ea typeface="+mj-ea"/>
                <a:cs typeface="+mj-cs"/>
              </a:rPr>
              <a:t>، داده‌های بزرگ و روباتیک (کالیسال، 2020) حل شود. این پروژه‌ها در راستای استفاده از</a:t>
            </a:r>
            <a:r>
              <a:rPr lang="en-US" sz="1600" dirty="0">
                <a:solidFill>
                  <a:schemeClr val="tx1">
                    <a:lumMod val="85000"/>
                    <a:lumOff val="15000"/>
                  </a:schemeClr>
                </a:solidFill>
                <a:latin typeface="+mj-lt"/>
                <a:ea typeface="+mj-ea"/>
                <a:cs typeface="+mj-cs"/>
              </a:rPr>
              <a:t> AI</a:t>
            </a:r>
            <a:r>
              <a:rPr lang="ar-SA" sz="1600" dirty="0">
                <a:solidFill>
                  <a:schemeClr val="tx1">
                    <a:lumMod val="85000"/>
                    <a:lumOff val="15000"/>
                  </a:schemeClr>
                </a:solidFill>
                <a:latin typeface="+mj-lt"/>
                <a:ea typeface="+mj-ea"/>
                <a:cs typeface="+mj-cs"/>
              </a:rPr>
              <a:t>، امنیت و حریم خصوصی و الزامات اعتماد طراحی شده‌اند</a:t>
            </a:r>
            <a:r>
              <a:rPr lang="en-US" sz="1600" dirty="0">
                <a:solidFill>
                  <a:schemeClr val="tx1">
                    <a:lumMod val="85000"/>
                    <a:lumOff val="15000"/>
                  </a:schemeClr>
                </a:solidFill>
                <a:latin typeface="+mj-lt"/>
                <a:ea typeface="+mj-ea"/>
                <a:cs typeface="+mj-cs"/>
              </a:rPr>
              <a:t>.</a:t>
            </a:r>
          </a:p>
          <a:p>
            <a:pPr marL="0" marR="0" algn="r" rtl="1">
              <a:lnSpc>
                <a:spcPct val="107000"/>
              </a:lnSpc>
              <a:spcBef>
                <a:spcPts val="0"/>
              </a:spcBef>
              <a:spcAft>
                <a:spcPts val="800"/>
              </a:spcAft>
            </a:pPr>
            <a:r>
              <a:rPr lang="en-US" sz="1600" dirty="0">
                <a:solidFill>
                  <a:schemeClr val="tx1">
                    <a:lumMod val="85000"/>
                    <a:lumOff val="15000"/>
                  </a:schemeClr>
                </a:solidFill>
                <a:latin typeface="+mj-lt"/>
                <a:ea typeface="+mj-ea"/>
                <a:cs typeface="+mj-cs"/>
              </a:rPr>
              <a:t> .</a:t>
            </a:r>
          </a:p>
        </p:txBody>
      </p:sp>
    </p:spTree>
    <p:extLst>
      <p:ext uri="{BB962C8B-B14F-4D97-AF65-F5344CB8AC3E}">
        <p14:creationId xmlns:p14="http://schemas.microsoft.com/office/powerpoint/2010/main" val="423193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5F8246A-E70B-9487-2B49-D2D3C8160A8E}"/>
              </a:ext>
            </a:extLst>
          </p:cNvPr>
          <p:cNvGraphicFramePr>
            <a:graphicFrameLocks/>
          </p:cNvGraphicFramePr>
          <p:nvPr>
            <p:extLst>
              <p:ext uri="{D42A27DB-BD31-4B8C-83A1-F6EECF244321}">
                <p14:modId xmlns:p14="http://schemas.microsoft.com/office/powerpoint/2010/main" val="2859207067"/>
              </p:ext>
            </p:extLst>
          </p:nvPr>
        </p:nvGraphicFramePr>
        <p:xfrm>
          <a:off x="671209" y="437745"/>
          <a:ext cx="11264629" cy="5466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707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FEF156-68DE-379F-838A-A9646D3882B9}"/>
              </a:ext>
            </a:extLst>
          </p:cNvPr>
          <p:cNvSpPr txBox="1"/>
          <p:nvPr/>
        </p:nvSpPr>
        <p:spPr>
          <a:xfrm>
            <a:off x="2003898" y="1000031"/>
            <a:ext cx="9708204" cy="5097549"/>
          </a:xfrm>
          <a:prstGeom prst="rect">
            <a:avLst/>
          </a:prstGeom>
          <a:noFill/>
        </p:spPr>
        <p:txBody>
          <a:bodyPr wrap="square">
            <a:spAutoFit/>
          </a:bodyPr>
          <a:lstStyle/>
          <a:p>
            <a:pPr marL="0" marR="0" algn="r" rtl="1">
              <a:lnSpc>
                <a:spcPct val="150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Arial" panose="020B0604020202020204" pitchFamily="34" charset="0"/>
              </a:rPr>
              <a:t>6</a:t>
            </a:r>
            <a:r>
              <a:rPr lang="en-US" sz="1600" b="1" dirty="0">
                <a:solidFill>
                  <a:schemeClr val="tx1">
                    <a:lumMod val="85000"/>
                    <a:lumOff val="15000"/>
                  </a:schemeClr>
                </a:solidFill>
                <a:latin typeface="+mj-lt"/>
                <a:ea typeface="+mj-ea"/>
                <a:cs typeface="+mj-cs"/>
              </a:rPr>
              <a:t>. </a:t>
            </a:r>
            <a:r>
              <a:rPr lang="ar-SA" sz="1600" b="1" dirty="0">
                <a:solidFill>
                  <a:schemeClr val="tx1">
                    <a:lumMod val="85000"/>
                    <a:lumOff val="15000"/>
                  </a:schemeClr>
                </a:solidFill>
                <a:latin typeface="+mj-lt"/>
                <a:ea typeface="+mj-ea"/>
                <a:cs typeface="+mj-cs"/>
              </a:rPr>
              <a:t>نتیجه‌گیری و چشم‌انداز</a:t>
            </a:r>
            <a:endParaRPr lang="en-US" sz="1600" b="1" dirty="0">
              <a:solidFill>
                <a:schemeClr val="tx1">
                  <a:lumMod val="85000"/>
                  <a:lumOff val="15000"/>
                </a:schemeClr>
              </a:solidFill>
              <a:latin typeface="+mj-lt"/>
              <a:ea typeface="+mj-ea"/>
              <a:cs typeface="+mj-cs"/>
            </a:endParaRPr>
          </a:p>
          <a:p>
            <a:pPr marL="0" marR="0" algn="r" rtl="1">
              <a:lnSpc>
                <a:spcPct val="150000"/>
              </a:lnSpc>
              <a:spcBef>
                <a:spcPts val="0"/>
              </a:spcBef>
              <a:spcAft>
                <a:spcPts val="800"/>
              </a:spcAft>
            </a:pPr>
            <a:r>
              <a:rPr lang="en-US" sz="1600" dirty="0">
                <a:solidFill>
                  <a:schemeClr val="tx1">
                    <a:lumMod val="85000"/>
                    <a:lumOff val="15000"/>
                  </a:schemeClr>
                </a:solidFill>
                <a:latin typeface="+mj-lt"/>
                <a:ea typeface="+mj-ea"/>
                <a:cs typeface="+mj-cs"/>
              </a:rPr>
              <a:t> </a:t>
            </a:r>
            <a:r>
              <a:rPr lang="ar-SA" sz="1600" dirty="0">
                <a:solidFill>
                  <a:schemeClr val="tx1">
                    <a:lumMod val="85000"/>
                    <a:lumOff val="15000"/>
                  </a:schemeClr>
                </a:solidFill>
                <a:latin typeface="+mj-lt"/>
                <a:ea typeface="+mj-ea"/>
                <a:cs typeface="+mj-cs"/>
              </a:rPr>
              <a:t>این مقاله وضعیت </a:t>
            </a:r>
            <a:r>
              <a:rPr lang="fa-IR" sz="1600" dirty="0">
                <a:solidFill>
                  <a:schemeClr val="tx1">
                    <a:lumMod val="85000"/>
                    <a:lumOff val="15000"/>
                  </a:schemeClr>
                </a:solidFill>
                <a:latin typeface="+mj-lt"/>
                <a:ea typeface="+mj-ea"/>
                <a:cs typeface="+mj-cs"/>
              </a:rPr>
              <a:t>قابلیت های</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و</a:t>
            </a:r>
            <a:r>
              <a:rPr lang="en-US" sz="1600" dirty="0">
                <a:solidFill>
                  <a:schemeClr val="tx1">
                    <a:lumMod val="85000"/>
                    <a:lumOff val="15000"/>
                  </a:schemeClr>
                </a:solidFill>
                <a:latin typeface="+mj-lt"/>
                <a:ea typeface="+mj-ea"/>
                <a:cs typeface="+mj-cs"/>
              </a:rPr>
              <a:t> CBM</a:t>
            </a:r>
            <a:r>
              <a:rPr lang="ar-SA" sz="1600" dirty="0">
                <a:solidFill>
                  <a:schemeClr val="tx1">
                    <a:lumMod val="85000"/>
                    <a:lumOff val="15000"/>
                  </a:schemeClr>
                </a:solidFill>
                <a:latin typeface="+mj-lt"/>
                <a:ea typeface="+mj-ea"/>
                <a:cs typeface="+mj-cs"/>
              </a:rPr>
              <a:t>های گردشی را بررسی کرده و تحلیل‌هایی از قابلیت‌های</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در پشتیبانی از</a:t>
            </a:r>
            <a:r>
              <a:rPr lang="en-US" sz="1600" dirty="0">
                <a:solidFill>
                  <a:schemeClr val="tx1">
                    <a:lumMod val="85000"/>
                    <a:lumOff val="15000"/>
                  </a:schemeClr>
                </a:solidFill>
                <a:latin typeface="+mj-lt"/>
                <a:ea typeface="+mj-ea"/>
                <a:cs typeface="+mj-cs"/>
              </a:rPr>
              <a:t> CBM</a:t>
            </a:r>
            <a:r>
              <a:rPr lang="ar-SA" sz="1600" dirty="0">
                <a:solidFill>
                  <a:schemeClr val="tx1">
                    <a:lumMod val="85000"/>
                    <a:lumOff val="15000"/>
                  </a:schemeClr>
                </a:solidFill>
                <a:latin typeface="+mj-lt"/>
                <a:ea typeface="+mj-ea"/>
                <a:cs typeface="+mj-cs"/>
              </a:rPr>
              <a:t>ها ارائه می‌دهد. مدل چارچوبی ارائه شده در مقاله، وضعیت فعلی تحقیقات</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را از دیدگاه </a:t>
            </a:r>
            <a:r>
              <a:rPr lang="en-US" sz="1600" dirty="0">
                <a:solidFill>
                  <a:schemeClr val="tx1">
                    <a:lumMod val="85000"/>
                    <a:lumOff val="15000"/>
                  </a:schemeClr>
                </a:solidFill>
                <a:latin typeface="+mj-lt"/>
                <a:ea typeface="+mj-ea"/>
                <a:cs typeface="+mj-cs"/>
              </a:rPr>
              <a:t>R</a:t>
            </a:r>
            <a:r>
              <a:rPr lang="ar-SA" sz="1600" dirty="0">
                <a:solidFill>
                  <a:schemeClr val="tx1">
                    <a:lumMod val="85000"/>
                    <a:lumOff val="15000"/>
                  </a:schemeClr>
                </a:solidFill>
                <a:latin typeface="+mj-lt"/>
                <a:ea typeface="+mj-ea"/>
                <a:cs typeface="+mj-cs"/>
              </a:rPr>
              <a:t>6</a:t>
            </a:r>
            <a:r>
              <a:rPr lang="en-US" sz="1600" dirty="0">
                <a:solidFill>
                  <a:schemeClr val="tx1">
                    <a:lumMod val="85000"/>
                    <a:lumOff val="15000"/>
                  </a:schemeClr>
                </a:solidFill>
                <a:latin typeface="+mj-lt"/>
                <a:ea typeface="+mj-ea"/>
                <a:cs typeface="+mj-cs"/>
              </a:rPr>
              <a:t> </a:t>
            </a:r>
            <a:r>
              <a:rPr lang="ar-SA" sz="1600" dirty="0">
                <a:solidFill>
                  <a:schemeClr val="tx1">
                    <a:lumMod val="85000"/>
                    <a:lumOff val="15000"/>
                  </a:schemeClr>
                </a:solidFill>
                <a:latin typeface="+mj-lt"/>
                <a:ea typeface="+mj-ea"/>
                <a:cs typeface="+mj-cs"/>
              </a:rPr>
              <a:t>بررسی می‌کند و به بررسی مشارکت آن‌ها از دیدگاه سازمان‌ها در صنایع </a:t>
            </a:r>
            <a:r>
              <a:rPr lang="fa-IR" sz="1600" dirty="0">
                <a:solidFill>
                  <a:schemeClr val="tx1">
                    <a:lumMod val="85000"/>
                    <a:lumOff val="15000"/>
                  </a:schemeClr>
                </a:solidFill>
                <a:latin typeface="+mj-lt"/>
                <a:ea typeface="+mj-ea"/>
                <a:cs typeface="+mj-cs"/>
              </a:rPr>
              <a:t>را </a:t>
            </a:r>
            <a:r>
              <a:rPr lang="ar-SA" sz="1600" dirty="0">
                <a:solidFill>
                  <a:schemeClr val="tx1">
                    <a:lumMod val="85000"/>
                    <a:lumOff val="15000"/>
                  </a:schemeClr>
                </a:solidFill>
                <a:latin typeface="+mj-lt"/>
                <a:ea typeface="+mj-ea"/>
                <a:cs typeface="+mj-cs"/>
              </a:rPr>
              <a:t>نمایان می‌کند</a:t>
            </a:r>
            <a:r>
              <a:rPr lang="en-US" sz="1600" dirty="0">
                <a:solidFill>
                  <a:schemeClr val="tx1">
                    <a:lumMod val="85000"/>
                    <a:lumOff val="15000"/>
                  </a:schemeClr>
                </a:solidFill>
                <a:latin typeface="+mj-lt"/>
                <a:ea typeface="+mj-ea"/>
                <a:cs typeface="+mj-cs"/>
              </a:rPr>
              <a:t>.</a:t>
            </a:r>
          </a:p>
          <a:p>
            <a:pPr marL="0" marR="0" algn="r" rtl="1">
              <a:lnSpc>
                <a:spcPct val="150000"/>
              </a:lnSpc>
              <a:spcBef>
                <a:spcPts val="0"/>
              </a:spcBef>
              <a:spcAft>
                <a:spcPts val="800"/>
              </a:spcAft>
            </a:pP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با پشتیبانی از قابلیت‌های یکپارچه‌سازی سیستم از طریق </a:t>
            </a:r>
            <a:r>
              <a:rPr lang="ar-SA" sz="1600" u="sng" dirty="0">
                <a:solidFill>
                  <a:srgbClr val="FF0000"/>
                </a:solidFill>
                <a:latin typeface="+mj-lt"/>
                <a:ea typeface="+mj-ea"/>
                <a:cs typeface="+mj-cs"/>
              </a:rPr>
              <a:t>بهینه‌سازی، ردیابی و پایش، به بهبود بهره‌وری صنعتی، بازیافت و کاهش مصرف انرژی </a:t>
            </a:r>
            <a:r>
              <a:rPr lang="ar-SA" sz="1600" dirty="0">
                <a:solidFill>
                  <a:schemeClr val="tx1">
                    <a:lumMod val="85000"/>
                    <a:lumOff val="15000"/>
                  </a:schemeClr>
                </a:solidFill>
                <a:latin typeface="+mj-lt"/>
                <a:ea typeface="+mj-ea"/>
                <a:cs typeface="+mj-cs"/>
              </a:rPr>
              <a:t>کمک کرده است. این ویژگی‌ها از</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در پیاده‌سازی و موفقیت</a:t>
            </a:r>
            <a:r>
              <a:rPr lang="en-US" sz="1600" dirty="0">
                <a:solidFill>
                  <a:schemeClr val="tx1">
                    <a:lumMod val="85000"/>
                    <a:lumOff val="15000"/>
                  </a:schemeClr>
                </a:solidFill>
                <a:latin typeface="+mj-lt"/>
                <a:ea typeface="+mj-ea"/>
                <a:cs typeface="+mj-cs"/>
              </a:rPr>
              <a:t> CBM</a:t>
            </a:r>
            <a:r>
              <a:rPr lang="ar-SA" sz="1600" dirty="0">
                <a:solidFill>
                  <a:schemeClr val="tx1">
                    <a:lumMod val="85000"/>
                    <a:lumOff val="15000"/>
                  </a:schemeClr>
                </a:solidFill>
                <a:latin typeface="+mj-lt"/>
                <a:ea typeface="+mj-ea"/>
                <a:cs typeface="+mj-cs"/>
              </a:rPr>
              <a:t>ها، به ویژه مدل‌های</a:t>
            </a:r>
            <a:r>
              <a:rPr lang="en-US" sz="1600" dirty="0">
                <a:solidFill>
                  <a:schemeClr val="tx1">
                    <a:lumMod val="85000"/>
                    <a:lumOff val="15000"/>
                  </a:schemeClr>
                </a:solidFill>
                <a:latin typeface="+mj-lt"/>
                <a:ea typeface="+mj-ea"/>
                <a:cs typeface="+mj-cs"/>
              </a:rPr>
              <a:t> Loop </a:t>
            </a:r>
            <a:r>
              <a:rPr lang="ar-SA" sz="1600" dirty="0">
                <a:solidFill>
                  <a:schemeClr val="tx1">
                    <a:lumMod val="85000"/>
                    <a:lumOff val="15000"/>
                  </a:schemeClr>
                </a:solidFill>
                <a:latin typeface="+mj-lt"/>
                <a:ea typeface="+mj-ea"/>
                <a:cs typeface="+mj-cs"/>
              </a:rPr>
              <a:t>و</a:t>
            </a:r>
            <a:r>
              <a:rPr lang="en-US" sz="1600" dirty="0">
                <a:solidFill>
                  <a:schemeClr val="tx1">
                    <a:lumMod val="85000"/>
                    <a:lumOff val="15000"/>
                  </a:schemeClr>
                </a:solidFill>
                <a:latin typeface="+mj-lt"/>
                <a:ea typeface="+mj-ea"/>
                <a:cs typeface="+mj-cs"/>
              </a:rPr>
              <a:t> Optimize</a:t>
            </a:r>
            <a:r>
              <a:rPr lang="ar-SA" sz="1600" dirty="0">
                <a:solidFill>
                  <a:schemeClr val="tx1">
                    <a:lumMod val="85000"/>
                    <a:lumOff val="15000"/>
                  </a:schemeClr>
                </a:solidFill>
                <a:latin typeface="+mj-lt"/>
                <a:ea typeface="+mj-ea"/>
                <a:cs typeface="+mj-cs"/>
              </a:rPr>
              <a:t>، پشتیبانی می‌کنند. پتانسیل‌های بازگشتی دینامیک</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برای «بازطراحی» محصولات یا مفاهیم خدمات بسیار مهم است، به خصوص برای مدل‌های</a:t>
            </a:r>
            <a:r>
              <a:rPr lang="en-US" sz="1600" dirty="0">
                <a:solidFill>
                  <a:schemeClr val="tx1">
                    <a:lumMod val="85000"/>
                    <a:lumOff val="15000"/>
                  </a:schemeClr>
                </a:solidFill>
                <a:latin typeface="+mj-lt"/>
                <a:ea typeface="+mj-ea"/>
                <a:cs typeface="+mj-cs"/>
              </a:rPr>
              <a:t> Virtualize</a:t>
            </a:r>
            <a:r>
              <a:rPr lang="ar-SA" sz="1600" dirty="0">
                <a:solidFill>
                  <a:schemeClr val="tx1">
                    <a:lumMod val="85000"/>
                    <a:lumOff val="15000"/>
                  </a:schemeClr>
                </a:solidFill>
                <a:latin typeface="+mj-lt"/>
                <a:ea typeface="+mj-ea"/>
                <a:cs typeface="+mj-cs"/>
              </a:rPr>
              <a:t>، </a:t>
            </a:r>
            <a:r>
              <a:rPr lang="en-US" sz="1600" dirty="0">
                <a:solidFill>
                  <a:schemeClr val="tx1">
                    <a:lumMod val="85000"/>
                    <a:lumOff val="15000"/>
                  </a:schemeClr>
                </a:solidFill>
                <a:latin typeface="+mj-lt"/>
                <a:ea typeface="+mj-ea"/>
                <a:cs typeface="+mj-cs"/>
              </a:rPr>
              <a:t>Share </a:t>
            </a:r>
            <a:r>
              <a:rPr lang="ar-SA" sz="1600" dirty="0">
                <a:solidFill>
                  <a:schemeClr val="tx1">
                    <a:lumMod val="85000"/>
                    <a:lumOff val="15000"/>
                  </a:schemeClr>
                </a:solidFill>
                <a:latin typeface="+mj-lt"/>
                <a:ea typeface="+mj-ea"/>
                <a:cs typeface="+mj-cs"/>
              </a:rPr>
              <a:t>و</a:t>
            </a:r>
            <a:r>
              <a:rPr lang="en-US" sz="1600" dirty="0">
                <a:solidFill>
                  <a:schemeClr val="tx1">
                    <a:lumMod val="85000"/>
                    <a:lumOff val="15000"/>
                  </a:schemeClr>
                </a:solidFill>
                <a:latin typeface="+mj-lt"/>
                <a:ea typeface="+mj-ea"/>
                <a:cs typeface="+mj-cs"/>
              </a:rPr>
              <a:t> Exchange </a:t>
            </a:r>
            <a:r>
              <a:rPr lang="ar-SA" sz="1600" dirty="0">
                <a:solidFill>
                  <a:schemeClr val="tx1">
                    <a:lumMod val="85000"/>
                    <a:lumOff val="15000"/>
                  </a:schemeClr>
                </a:solidFill>
                <a:latin typeface="+mj-lt"/>
                <a:ea typeface="+mj-ea"/>
                <a:cs typeface="+mj-cs"/>
              </a:rPr>
              <a:t>که هنوز به طور کامل بررسی نشده‌اند. به عنوان مثال، در رویکرد</a:t>
            </a:r>
            <a:r>
              <a:rPr lang="en-US" sz="1600" dirty="0">
                <a:solidFill>
                  <a:schemeClr val="tx1">
                    <a:lumMod val="85000"/>
                    <a:lumOff val="15000"/>
                  </a:schemeClr>
                </a:solidFill>
                <a:latin typeface="+mj-lt"/>
                <a:ea typeface="+mj-ea"/>
                <a:cs typeface="+mj-cs"/>
              </a:rPr>
              <a:t> Share</a:t>
            </a:r>
            <a:r>
              <a:rPr lang="ar-SA" sz="1600" dirty="0">
                <a:solidFill>
                  <a:schemeClr val="tx1">
                    <a:lumMod val="85000"/>
                    <a:lumOff val="15000"/>
                  </a:schemeClr>
                </a:solidFill>
                <a:latin typeface="+mj-lt"/>
                <a:ea typeface="+mj-ea"/>
                <a:cs typeface="+mj-cs"/>
              </a:rPr>
              <a:t>، </a:t>
            </a:r>
            <a:r>
              <a:rPr lang="en-US" sz="1600" dirty="0">
                <a:solidFill>
                  <a:schemeClr val="tx1">
                    <a:lumMod val="85000"/>
                    <a:lumOff val="15000"/>
                  </a:schemeClr>
                </a:solidFill>
                <a:latin typeface="+mj-lt"/>
                <a:ea typeface="+mj-ea"/>
                <a:cs typeface="+mj-cs"/>
              </a:rPr>
              <a:t>IoT </a:t>
            </a:r>
            <a:r>
              <a:rPr lang="ar-SA" sz="1600" dirty="0">
                <a:solidFill>
                  <a:schemeClr val="tx1">
                    <a:lumMod val="85000"/>
                    <a:lumOff val="15000"/>
                  </a:schemeClr>
                </a:solidFill>
                <a:latin typeface="+mj-lt"/>
                <a:ea typeface="+mj-ea"/>
                <a:cs typeface="+mj-cs"/>
              </a:rPr>
              <a:t>به ارائه یک پلتفرم مشترک که به مصرف‌کنندگان امکان اشتراک‌گذاری محصولات را می‌دهد، کمک می‌کند و در نتیجه همان میزان خدمات نهایی را با مجموعه کوچکتری از محصولات فراهم می‌کند</a:t>
            </a:r>
            <a:r>
              <a:rPr lang="en-US" sz="1600" dirty="0">
                <a:solidFill>
                  <a:schemeClr val="tx1">
                    <a:lumMod val="85000"/>
                    <a:lumOff val="15000"/>
                  </a:schemeClr>
                </a:solidFill>
                <a:latin typeface="+mj-lt"/>
                <a:ea typeface="+mj-ea"/>
                <a:cs typeface="+mj-cs"/>
              </a:rPr>
              <a:t>. IoT </a:t>
            </a:r>
            <a:r>
              <a:rPr lang="ar-SA" sz="1600" dirty="0">
                <a:solidFill>
                  <a:schemeClr val="tx1">
                    <a:lumMod val="85000"/>
                    <a:lumOff val="15000"/>
                  </a:schemeClr>
                </a:solidFill>
                <a:latin typeface="+mj-lt"/>
                <a:ea typeface="+mj-ea"/>
                <a:cs typeface="+mj-cs"/>
              </a:rPr>
              <a:t>همچنین پلتفرم‌های مجازی و غیرمتمرکز شده را به عنوان راه‌حل‌هایی برای دستیابی به قابلیت تکامل ارائه می‌دهد و از راهبرد</a:t>
            </a:r>
            <a:r>
              <a:rPr lang="en-US" sz="1600" dirty="0">
                <a:solidFill>
                  <a:schemeClr val="tx1">
                    <a:lumMod val="85000"/>
                    <a:lumOff val="15000"/>
                  </a:schemeClr>
                </a:solidFill>
                <a:latin typeface="+mj-lt"/>
                <a:ea typeface="+mj-ea"/>
                <a:cs typeface="+mj-cs"/>
              </a:rPr>
              <a:t> CE «</a:t>
            </a:r>
            <a:r>
              <a:rPr lang="ar-SA" sz="1600" dirty="0">
                <a:solidFill>
                  <a:schemeClr val="tx1">
                    <a:lumMod val="85000"/>
                    <a:lumOff val="15000"/>
                  </a:schemeClr>
                </a:solidFill>
                <a:latin typeface="+mj-lt"/>
                <a:ea typeface="+mj-ea"/>
                <a:cs typeface="+mj-cs"/>
              </a:rPr>
              <a:t>بازطراحی» از طریق ترکیب سایر فناوری‌های</a:t>
            </a:r>
            <a:r>
              <a:rPr lang="en-US" sz="1600" dirty="0">
                <a:solidFill>
                  <a:schemeClr val="tx1">
                    <a:lumMod val="85000"/>
                    <a:lumOff val="15000"/>
                  </a:schemeClr>
                </a:solidFill>
                <a:latin typeface="+mj-lt"/>
                <a:ea typeface="+mj-ea"/>
                <a:cs typeface="+mj-cs"/>
              </a:rPr>
              <a:t> Industry 4.0 </a:t>
            </a:r>
            <a:r>
              <a:rPr lang="ar-SA" sz="1600" dirty="0">
                <a:solidFill>
                  <a:schemeClr val="tx1">
                    <a:lumMod val="85000"/>
                    <a:lumOff val="15000"/>
                  </a:schemeClr>
                </a:solidFill>
                <a:latin typeface="+mj-lt"/>
                <a:ea typeface="+mj-ea"/>
                <a:cs typeface="+mj-cs"/>
              </a:rPr>
              <a:t>مانند</a:t>
            </a:r>
            <a:r>
              <a:rPr lang="en-US" sz="1600" dirty="0">
                <a:solidFill>
                  <a:schemeClr val="tx1">
                    <a:lumMod val="85000"/>
                    <a:lumOff val="15000"/>
                  </a:schemeClr>
                </a:solidFill>
                <a:latin typeface="+mj-lt"/>
                <a:ea typeface="+mj-ea"/>
                <a:cs typeface="+mj-cs"/>
              </a:rPr>
              <a:t> DT </a:t>
            </a:r>
            <a:r>
              <a:rPr lang="ar-SA" sz="1600" dirty="0">
                <a:solidFill>
                  <a:schemeClr val="tx1">
                    <a:lumMod val="85000"/>
                    <a:lumOff val="15000"/>
                  </a:schemeClr>
                </a:solidFill>
                <a:latin typeface="+mj-lt"/>
                <a:ea typeface="+mj-ea"/>
                <a:cs typeface="+mj-cs"/>
              </a:rPr>
              <a:t>پشتیبانی می‌کند</a:t>
            </a:r>
            <a:r>
              <a:rPr lang="en-US" sz="1600" dirty="0">
                <a:solidFill>
                  <a:schemeClr val="tx1">
                    <a:lumMod val="85000"/>
                    <a:lumOff val="15000"/>
                  </a:schemeClr>
                </a:solidFill>
                <a:latin typeface="+mj-lt"/>
                <a:ea typeface="+mj-ea"/>
                <a:cs typeface="+mj-cs"/>
              </a:rPr>
              <a:t>.</a:t>
            </a:r>
          </a:p>
        </p:txBody>
      </p:sp>
      <p:grpSp>
        <p:nvGrpSpPr>
          <p:cNvPr id="4" name="그룹 12">
            <a:extLst>
              <a:ext uri="{FF2B5EF4-FFF2-40B4-BE49-F238E27FC236}">
                <a16:creationId xmlns:a16="http://schemas.microsoft.com/office/drawing/2014/main" id="{B9FE622B-A4D3-E821-4874-A9A42D220300}"/>
              </a:ext>
            </a:extLst>
          </p:cNvPr>
          <p:cNvGrpSpPr/>
          <p:nvPr/>
        </p:nvGrpSpPr>
        <p:grpSpPr>
          <a:xfrm>
            <a:off x="479898" y="311285"/>
            <a:ext cx="2083834" cy="2182548"/>
            <a:chOff x="288722" y="1625757"/>
            <a:chExt cx="2935498" cy="3596610"/>
          </a:xfrm>
        </p:grpSpPr>
        <p:sp>
          <p:nvSpPr>
            <p:cNvPr id="5" name="자유형: 도형 13">
              <a:extLst>
                <a:ext uri="{FF2B5EF4-FFF2-40B4-BE49-F238E27FC236}">
                  <a16:creationId xmlns:a16="http://schemas.microsoft.com/office/drawing/2014/main" id="{36140CA9-7E52-52AF-1760-F72E7BA4DB15}"/>
                </a:ext>
              </a:extLst>
            </p:cNvPr>
            <p:cNvSpPr/>
            <p:nvPr/>
          </p:nvSpPr>
          <p:spPr>
            <a:xfrm>
              <a:off x="288722" y="1625757"/>
              <a:ext cx="1783080" cy="3593592"/>
            </a:xfrm>
            <a:custGeom>
              <a:avLst/>
              <a:gdLst>
                <a:gd name="connsiteX0" fmla="*/ 1777868 w 1783080"/>
                <a:gd name="connsiteY0" fmla="*/ 1803243 h 3593592"/>
                <a:gd name="connsiteX1" fmla="*/ 1234029 w 1783080"/>
                <a:gd name="connsiteY1" fmla="*/ 147858 h 3593592"/>
                <a:gd name="connsiteX2" fmla="*/ 1234029 w 1783080"/>
                <a:gd name="connsiteY2" fmla="*/ 10287 h 3593592"/>
                <a:gd name="connsiteX3" fmla="*/ 939958 w 1783080"/>
                <a:gd name="connsiteY3" fmla="*/ 12619 h 3593592"/>
                <a:gd name="connsiteX4" fmla="*/ 894009 w 1783080"/>
                <a:gd name="connsiteY4" fmla="*/ 10287 h 3593592"/>
                <a:gd name="connsiteX5" fmla="*/ 10287 w 1783080"/>
                <a:gd name="connsiteY5" fmla="*/ 1803243 h 3593592"/>
                <a:gd name="connsiteX6" fmla="*/ 894009 w 1783080"/>
                <a:gd name="connsiteY6" fmla="*/ 3596198 h 3593592"/>
                <a:gd name="connsiteX7" fmla="*/ 939958 w 1783080"/>
                <a:gd name="connsiteY7" fmla="*/ 3593866 h 3593592"/>
                <a:gd name="connsiteX8" fmla="*/ 1234029 w 1783080"/>
                <a:gd name="connsiteY8" fmla="*/ 3596198 h 3593592"/>
                <a:gd name="connsiteX9" fmla="*/ 1234029 w 1783080"/>
                <a:gd name="connsiteY9" fmla="*/ 3458627 h 3593592"/>
                <a:gd name="connsiteX10" fmla="*/ 1777868 w 1783080"/>
                <a:gd name="connsiteY10" fmla="*/ 1803243 h 3593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3080" h="3593592">
                  <a:moveTo>
                    <a:pt x="1777868" y="1803243"/>
                  </a:moveTo>
                  <a:cubicBezTo>
                    <a:pt x="1777868" y="1057366"/>
                    <a:pt x="1553337" y="418064"/>
                    <a:pt x="1234029" y="147858"/>
                  </a:cubicBezTo>
                  <a:lnTo>
                    <a:pt x="1234029" y="10287"/>
                  </a:lnTo>
                  <a:lnTo>
                    <a:pt x="939958" y="12619"/>
                  </a:lnTo>
                  <a:cubicBezTo>
                    <a:pt x="924733" y="11110"/>
                    <a:pt x="909508" y="10287"/>
                    <a:pt x="894009" y="10287"/>
                  </a:cubicBezTo>
                  <a:cubicBezTo>
                    <a:pt x="405994" y="10287"/>
                    <a:pt x="10287" y="812947"/>
                    <a:pt x="10287" y="1803243"/>
                  </a:cubicBezTo>
                  <a:cubicBezTo>
                    <a:pt x="10287" y="2793538"/>
                    <a:pt x="405994" y="3596198"/>
                    <a:pt x="894009" y="3596198"/>
                  </a:cubicBezTo>
                  <a:cubicBezTo>
                    <a:pt x="909371" y="3596198"/>
                    <a:pt x="924733" y="3595375"/>
                    <a:pt x="939958" y="3593866"/>
                  </a:cubicBezTo>
                  <a:lnTo>
                    <a:pt x="1234029" y="3596198"/>
                  </a:lnTo>
                  <a:lnTo>
                    <a:pt x="1234029" y="3458627"/>
                  </a:lnTo>
                  <a:cubicBezTo>
                    <a:pt x="1553474" y="3188421"/>
                    <a:pt x="1777868" y="2549119"/>
                    <a:pt x="1777868" y="1803243"/>
                  </a:cubicBezTo>
                  <a:close/>
                </a:path>
              </a:pathLst>
            </a:custGeom>
            <a:solidFill>
              <a:srgbClr val="DD9F07"/>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6" name="자유형: 도형 14">
              <a:extLst>
                <a:ext uri="{FF2B5EF4-FFF2-40B4-BE49-F238E27FC236}">
                  <a16:creationId xmlns:a16="http://schemas.microsoft.com/office/drawing/2014/main" id="{2C8CADD9-4669-21E5-6C31-68121078C574}"/>
                </a:ext>
              </a:extLst>
            </p:cNvPr>
            <p:cNvSpPr/>
            <p:nvPr/>
          </p:nvSpPr>
          <p:spPr>
            <a:xfrm>
              <a:off x="628741" y="1625757"/>
              <a:ext cx="1783080" cy="3593592"/>
            </a:xfrm>
            <a:custGeom>
              <a:avLst/>
              <a:gdLst>
                <a:gd name="connsiteX0" fmla="*/ 1777731 w 1783080"/>
                <a:gd name="connsiteY0" fmla="*/ 1803243 h 3593592"/>
                <a:gd name="connsiteX1" fmla="*/ 894009 w 1783080"/>
                <a:gd name="connsiteY1" fmla="*/ 3596198 h 3593592"/>
                <a:gd name="connsiteX2" fmla="*/ 10287 w 1783080"/>
                <a:gd name="connsiteY2" fmla="*/ 1803243 h 3593592"/>
                <a:gd name="connsiteX3" fmla="*/ 894009 w 1783080"/>
                <a:gd name="connsiteY3" fmla="*/ 10287 h 3593592"/>
                <a:gd name="connsiteX4" fmla="*/ 1777731 w 1783080"/>
                <a:gd name="connsiteY4" fmla="*/ 1803243 h 3593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3080" h="3593592">
                  <a:moveTo>
                    <a:pt x="1777731" y="1803243"/>
                  </a:moveTo>
                  <a:cubicBezTo>
                    <a:pt x="1777731" y="2793465"/>
                    <a:pt x="1382075" y="3596198"/>
                    <a:pt x="894009" y="3596198"/>
                  </a:cubicBezTo>
                  <a:cubicBezTo>
                    <a:pt x="405943" y="3596198"/>
                    <a:pt x="10287" y="2793465"/>
                    <a:pt x="10287" y="1803243"/>
                  </a:cubicBezTo>
                  <a:cubicBezTo>
                    <a:pt x="10287" y="813021"/>
                    <a:pt x="405943" y="10287"/>
                    <a:pt x="894009" y="10287"/>
                  </a:cubicBezTo>
                  <a:cubicBezTo>
                    <a:pt x="1382075" y="10287"/>
                    <a:pt x="1777731" y="813021"/>
                    <a:pt x="1777731" y="1803243"/>
                  </a:cubicBezTo>
                  <a:close/>
                </a:path>
              </a:pathLst>
            </a:custGeom>
            <a:solidFill>
              <a:srgbClr val="FFC72A"/>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dirty="0"/>
            </a:p>
          </p:txBody>
        </p:sp>
        <p:sp>
          <p:nvSpPr>
            <p:cNvPr id="7" name="자유형: 도형 15">
              <a:extLst>
                <a:ext uri="{FF2B5EF4-FFF2-40B4-BE49-F238E27FC236}">
                  <a16:creationId xmlns:a16="http://schemas.microsoft.com/office/drawing/2014/main" id="{41AFE855-32BC-1CE5-AD00-1755C934FA64}"/>
                </a:ext>
              </a:extLst>
            </p:cNvPr>
            <p:cNvSpPr/>
            <p:nvPr/>
          </p:nvSpPr>
          <p:spPr>
            <a:xfrm>
              <a:off x="918698" y="2087164"/>
              <a:ext cx="1261872" cy="2674620"/>
            </a:xfrm>
            <a:custGeom>
              <a:avLst/>
              <a:gdLst>
                <a:gd name="connsiteX0" fmla="*/ 1260363 w 1261872"/>
                <a:gd name="connsiteY0" fmla="*/ 1341836 h 2674620"/>
                <a:gd name="connsiteX1" fmla="*/ 635325 w 1261872"/>
                <a:gd name="connsiteY1" fmla="*/ 2673386 h 2674620"/>
                <a:gd name="connsiteX2" fmla="*/ 10287 w 1261872"/>
                <a:gd name="connsiteY2" fmla="*/ 1341836 h 2674620"/>
                <a:gd name="connsiteX3" fmla="*/ 635325 w 1261872"/>
                <a:gd name="connsiteY3" fmla="*/ 10287 h 2674620"/>
                <a:gd name="connsiteX4" fmla="*/ 1260363 w 1261872"/>
                <a:gd name="connsiteY4" fmla="*/ 1341836 h 2674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1872" h="2674620">
                  <a:moveTo>
                    <a:pt x="1260363" y="1341836"/>
                  </a:moveTo>
                  <a:cubicBezTo>
                    <a:pt x="1260363" y="2077231"/>
                    <a:pt x="980524" y="2673386"/>
                    <a:pt x="635325" y="2673386"/>
                  </a:cubicBezTo>
                  <a:cubicBezTo>
                    <a:pt x="290126" y="2673386"/>
                    <a:pt x="10287" y="2077230"/>
                    <a:pt x="10287" y="1341836"/>
                  </a:cubicBezTo>
                  <a:cubicBezTo>
                    <a:pt x="10287" y="606442"/>
                    <a:pt x="290126" y="10287"/>
                    <a:pt x="635325" y="10287"/>
                  </a:cubicBezTo>
                  <a:cubicBezTo>
                    <a:pt x="980524" y="10287"/>
                    <a:pt x="1260363" y="606442"/>
                    <a:pt x="1260363" y="1341836"/>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8" name="자유형: 도형 16">
              <a:extLst>
                <a:ext uri="{FF2B5EF4-FFF2-40B4-BE49-F238E27FC236}">
                  <a16:creationId xmlns:a16="http://schemas.microsoft.com/office/drawing/2014/main" id="{6095A5C7-16D1-D979-F733-5E947C401541}"/>
                </a:ext>
              </a:extLst>
            </p:cNvPr>
            <p:cNvSpPr/>
            <p:nvPr/>
          </p:nvSpPr>
          <p:spPr>
            <a:xfrm>
              <a:off x="1204951" y="2563795"/>
              <a:ext cx="754380" cy="1728216"/>
            </a:xfrm>
            <a:custGeom>
              <a:avLst/>
              <a:gdLst>
                <a:gd name="connsiteX0" fmla="*/ 747111 w 754380"/>
                <a:gd name="connsiteY0" fmla="*/ 865205 h 1728216"/>
                <a:gd name="connsiteX1" fmla="*/ 378699 w 754380"/>
                <a:gd name="connsiteY1" fmla="*/ 1720123 h 1728216"/>
                <a:gd name="connsiteX2" fmla="*/ 10287 w 754380"/>
                <a:gd name="connsiteY2" fmla="*/ 865205 h 1728216"/>
                <a:gd name="connsiteX3" fmla="*/ 378699 w 754380"/>
                <a:gd name="connsiteY3" fmla="*/ 10287 h 1728216"/>
                <a:gd name="connsiteX4" fmla="*/ 747111 w 754380"/>
                <a:gd name="connsiteY4" fmla="*/ 865205 h 1728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380" h="1728216">
                  <a:moveTo>
                    <a:pt x="747111" y="865205"/>
                  </a:moveTo>
                  <a:cubicBezTo>
                    <a:pt x="747111" y="1337364"/>
                    <a:pt x="582167" y="1720123"/>
                    <a:pt x="378699" y="1720123"/>
                  </a:cubicBezTo>
                  <a:cubicBezTo>
                    <a:pt x="175231" y="1720123"/>
                    <a:pt x="10287" y="1337363"/>
                    <a:pt x="10287" y="865205"/>
                  </a:cubicBezTo>
                  <a:cubicBezTo>
                    <a:pt x="10287" y="393047"/>
                    <a:pt x="175231" y="10287"/>
                    <a:pt x="378699" y="10287"/>
                  </a:cubicBezTo>
                  <a:cubicBezTo>
                    <a:pt x="582167" y="10287"/>
                    <a:pt x="747111" y="393047"/>
                    <a:pt x="747111" y="865205"/>
                  </a:cubicBezTo>
                  <a:close/>
                </a:path>
              </a:pathLst>
            </a:custGeom>
            <a:solidFill>
              <a:srgbClr val="FB5B6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dirty="0"/>
            </a:p>
          </p:txBody>
        </p:sp>
        <p:sp>
          <p:nvSpPr>
            <p:cNvPr id="9" name="자유형: 도형 17">
              <a:extLst>
                <a:ext uri="{FF2B5EF4-FFF2-40B4-BE49-F238E27FC236}">
                  <a16:creationId xmlns:a16="http://schemas.microsoft.com/office/drawing/2014/main" id="{A56E5BC8-8E58-BE5D-E1CA-31DE550E14DE}"/>
                </a:ext>
              </a:extLst>
            </p:cNvPr>
            <p:cNvSpPr/>
            <p:nvPr/>
          </p:nvSpPr>
          <p:spPr>
            <a:xfrm>
              <a:off x="1457188" y="3063743"/>
              <a:ext cx="288036" cy="726948"/>
            </a:xfrm>
            <a:custGeom>
              <a:avLst/>
              <a:gdLst>
                <a:gd name="connsiteX0" fmla="*/ 279395 w 288036"/>
                <a:gd name="connsiteY0" fmla="*/ 365257 h 726948"/>
                <a:gd name="connsiteX1" fmla="*/ 144841 w 288036"/>
                <a:gd name="connsiteY1" fmla="*/ 720227 h 726948"/>
                <a:gd name="connsiteX2" fmla="*/ 10287 w 288036"/>
                <a:gd name="connsiteY2" fmla="*/ 365257 h 726948"/>
                <a:gd name="connsiteX3" fmla="*/ 144841 w 288036"/>
                <a:gd name="connsiteY3" fmla="*/ 10287 h 726948"/>
                <a:gd name="connsiteX4" fmla="*/ 279395 w 288036"/>
                <a:gd name="connsiteY4" fmla="*/ 365257 h 726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726948">
                  <a:moveTo>
                    <a:pt x="279395" y="365257"/>
                  </a:moveTo>
                  <a:cubicBezTo>
                    <a:pt x="279395" y="561302"/>
                    <a:pt x="219153" y="720227"/>
                    <a:pt x="144841" y="720227"/>
                  </a:cubicBezTo>
                  <a:cubicBezTo>
                    <a:pt x="70529" y="720227"/>
                    <a:pt x="10287" y="561302"/>
                    <a:pt x="10287" y="365257"/>
                  </a:cubicBezTo>
                  <a:cubicBezTo>
                    <a:pt x="10287" y="169212"/>
                    <a:pt x="70529" y="10287"/>
                    <a:pt x="144841" y="10287"/>
                  </a:cubicBezTo>
                  <a:cubicBezTo>
                    <a:pt x="219153" y="10287"/>
                    <a:pt x="279395" y="169212"/>
                    <a:pt x="279395" y="365257"/>
                  </a:cubicBez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0" name="자유형: 도형 18">
              <a:extLst>
                <a:ext uri="{FF2B5EF4-FFF2-40B4-BE49-F238E27FC236}">
                  <a16:creationId xmlns:a16="http://schemas.microsoft.com/office/drawing/2014/main" id="{31D211AD-5CD1-369D-BDD9-3CF6D9B4391B}"/>
                </a:ext>
              </a:extLst>
            </p:cNvPr>
            <p:cNvSpPr/>
            <p:nvPr/>
          </p:nvSpPr>
          <p:spPr>
            <a:xfrm>
              <a:off x="848197" y="3384423"/>
              <a:ext cx="754380" cy="1837944"/>
            </a:xfrm>
            <a:custGeom>
              <a:avLst/>
              <a:gdLst>
                <a:gd name="connsiteX0" fmla="*/ 674553 w 754380"/>
                <a:gd name="connsiteY0" fmla="*/ 1837533 h 1837944"/>
                <a:gd name="connsiteX1" fmla="*/ 753694 w 754380"/>
                <a:gd name="connsiteY1" fmla="*/ 1830263 h 1837944"/>
                <a:gd name="connsiteX2" fmla="*/ 753694 w 754380"/>
                <a:gd name="connsiteY2" fmla="*/ 10287 h 1837944"/>
                <a:gd name="connsiteX3" fmla="*/ 10287 w 754380"/>
                <a:gd name="connsiteY3" fmla="*/ 1227033 h 1837944"/>
                <a:gd name="connsiteX4" fmla="*/ 674553 w 754380"/>
                <a:gd name="connsiteY4" fmla="*/ 1837533 h 1837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380" h="1837944">
                  <a:moveTo>
                    <a:pt x="674553" y="1837533"/>
                  </a:moveTo>
                  <a:cubicBezTo>
                    <a:pt x="701299" y="1837533"/>
                    <a:pt x="727634" y="1834927"/>
                    <a:pt x="753694" y="1830263"/>
                  </a:cubicBezTo>
                  <a:lnTo>
                    <a:pt x="753694" y="10287"/>
                  </a:lnTo>
                  <a:lnTo>
                    <a:pt x="10287" y="1227033"/>
                  </a:lnTo>
                  <a:cubicBezTo>
                    <a:pt x="172410" y="1601206"/>
                    <a:pt x="409834" y="1837533"/>
                    <a:pt x="674553" y="1837533"/>
                  </a:cubicBezTo>
                  <a:close/>
                </a:path>
              </a:pathLst>
            </a:custGeom>
            <a:solidFill>
              <a:srgbClr val="000000">
                <a:alpha val="10000"/>
              </a:srgbClr>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1" name="자유형: 도형 19">
              <a:extLst>
                <a:ext uri="{FF2B5EF4-FFF2-40B4-BE49-F238E27FC236}">
                  <a16:creationId xmlns:a16="http://schemas.microsoft.com/office/drawing/2014/main" id="{0E458105-B54C-50E7-934E-4BCE24406784}"/>
                </a:ext>
              </a:extLst>
            </p:cNvPr>
            <p:cNvSpPr/>
            <p:nvPr/>
          </p:nvSpPr>
          <p:spPr>
            <a:xfrm>
              <a:off x="1591742" y="3186702"/>
              <a:ext cx="1632204" cy="480060"/>
            </a:xfrm>
            <a:custGeom>
              <a:avLst/>
              <a:gdLst>
                <a:gd name="connsiteX0" fmla="*/ 1614099 w 1632204"/>
                <a:gd name="connsiteY0" fmla="*/ 276588 h 480060"/>
                <a:gd name="connsiteX1" fmla="*/ 1614099 w 1632204"/>
                <a:gd name="connsiteY1" fmla="*/ 208008 h 480060"/>
                <a:gd name="connsiteX2" fmla="*/ 1582964 w 1632204"/>
                <a:gd name="connsiteY2" fmla="*/ 208008 h 480060"/>
                <a:gd name="connsiteX3" fmla="*/ 1590096 w 1632204"/>
                <a:gd name="connsiteY3" fmla="*/ 14338 h 480060"/>
                <a:gd name="connsiteX4" fmla="*/ 1175187 w 1632204"/>
                <a:gd name="connsiteY4" fmla="*/ 208008 h 480060"/>
                <a:gd name="connsiteX5" fmla="*/ 10287 w 1632204"/>
                <a:gd name="connsiteY5" fmla="*/ 208008 h 480060"/>
                <a:gd name="connsiteX6" fmla="*/ 10287 w 1632204"/>
                <a:gd name="connsiteY6" fmla="*/ 276588 h 480060"/>
                <a:gd name="connsiteX7" fmla="*/ 1175324 w 1632204"/>
                <a:gd name="connsiteY7" fmla="*/ 276588 h 480060"/>
                <a:gd name="connsiteX8" fmla="*/ 1590233 w 1632204"/>
                <a:gd name="connsiteY8" fmla="*/ 474785 h 480060"/>
                <a:gd name="connsiteX9" fmla="*/ 1583101 w 1632204"/>
                <a:gd name="connsiteY9" fmla="*/ 276588 h 480060"/>
                <a:gd name="connsiteX10" fmla="*/ 1614099 w 1632204"/>
                <a:gd name="connsiteY10" fmla="*/ 276588 h 48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2204" h="480060">
                  <a:moveTo>
                    <a:pt x="1614099" y="276588"/>
                  </a:moveTo>
                  <a:lnTo>
                    <a:pt x="1614099" y="208008"/>
                  </a:lnTo>
                  <a:lnTo>
                    <a:pt x="1582964" y="208008"/>
                  </a:lnTo>
                  <a:cubicBezTo>
                    <a:pt x="1582964" y="208008"/>
                    <a:pt x="1671980" y="36970"/>
                    <a:pt x="1590096" y="14338"/>
                  </a:cubicBezTo>
                  <a:cubicBezTo>
                    <a:pt x="1455130" y="-22832"/>
                    <a:pt x="1175187" y="208008"/>
                    <a:pt x="1175187" y="208008"/>
                  </a:cubicBezTo>
                  <a:lnTo>
                    <a:pt x="10287" y="208008"/>
                  </a:lnTo>
                  <a:lnTo>
                    <a:pt x="10287" y="276588"/>
                  </a:lnTo>
                  <a:lnTo>
                    <a:pt x="1175324" y="276588"/>
                  </a:lnTo>
                  <a:cubicBezTo>
                    <a:pt x="1175324" y="276588"/>
                    <a:pt x="1455405" y="512778"/>
                    <a:pt x="1590233" y="474785"/>
                  </a:cubicBezTo>
                  <a:cubicBezTo>
                    <a:pt x="1672118" y="451741"/>
                    <a:pt x="1583101" y="276588"/>
                    <a:pt x="1583101" y="276588"/>
                  </a:cubicBezTo>
                  <a:lnTo>
                    <a:pt x="1614099" y="276588"/>
                  </a:lnTo>
                  <a:close/>
                </a:path>
              </a:pathLst>
            </a:custGeom>
            <a:solidFill>
              <a:srgbClr val="3184F4"/>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dirty="0"/>
            </a:p>
          </p:txBody>
        </p:sp>
        <p:sp>
          <p:nvSpPr>
            <p:cNvPr id="12" name="자유형: 도형 20">
              <a:extLst>
                <a:ext uri="{FF2B5EF4-FFF2-40B4-BE49-F238E27FC236}">
                  <a16:creationId xmlns:a16="http://schemas.microsoft.com/office/drawing/2014/main" id="{2D3EE19A-28D9-F8D9-29DF-973EDCE5420B}"/>
                </a:ext>
              </a:extLst>
            </p:cNvPr>
            <p:cNvSpPr/>
            <p:nvPr/>
          </p:nvSpPr>
          <p:spPr>
            <a:xfrm>
              <a:off x="2757876" y="3418713"/>
              <a:ext cx="466344" cy="192024"/>
            </a:xfrm>
            <a:custGeom>
              <a:avLst/>
              <a:gdLst>
                <a:gd name="connsiteX0" fmla="*/ 10287 w 466344"/>
                <a:gd name="connsiteY0" fmla="*/ 10287 h 192024"/>
                <a:gd name="connsiteX1" fmla="*/ 425196 w 466344"/>
                <a:gd name="connsiteY1" fmla="*/ 181051 h 192024"/>
                <a:gd name="connsiteX2" fmla="*/ 418064 w 466344"/>
                <a:gd name="connsiteY2" fmla="*/ 10287 h 192024"/>
                <a:gd name="connsiteX3" fmla="*/ 10287 w 466344"/>
                <a:gd name="connsiteY3" fmla="*/ 10287 h 192024"/>
              </a:gdLst>
              <a:ahLst/>
              <a:cxnLst>
                <a:cxn ang="0">
                  <a:pos x="connsiteX0" y="connsiteY0"/>
                </a:cxn>
                <a:cxn ang="0">
                  <a:pos x="connsiteX1" y="connsiteY1"/>
                </a:cxn>
                <a:cxn ang="0">
                  <a:pos x="connsiteX2" y="connsiteY2"/>
                </a:cxn>
                <a:cxn ang="0">
                  <a:pos x="connsiteX3" y="connsiteY3"/>
                </a:cxn>
              </a:cxnLst>
              <a:rect l="l" t="t" r="r" b="b"/>
              <a:pathLst>
                <a:path w="466344" h="192024">
                  <a:moveTo>
                    <a:pt x="10287" y="10287"/>
                  </a:moveTo>
                  <a:cubicBezTo>
                    <a:pt x="10287" y="10287"/>
                    <a:pt x="290368" y="213832"/>
                    <a:pt x="425196" y="181051"/>
                  </a:cubicBezTo>
                  <a:cubicBezTo>
                    <a:pt x="507080" y="161163"/>
                    <a:pt x="418064" y="10287"/>
                    <a:pt x="418064" y="10287"/>
                  </a:cubicBezTo>
                  <a:lnTo>
                    <a:pt x="10287" y="10287"/>
                  </a:lnTo>
                  <a:close/>
                </a:path>
              </a:pathLst>
            </a:custGeom>
            <a:solidFill>
              <a:srgbClr val="A9BEE4"/>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dirty="0"/>
            </a:p>
          </p:txBody>
        </p:sp>
        <p:sp>
          <p:nvSpPr>
            <p:cNvPr id="13" name="자유형: 도형 21">
              <a:extLst>
                <a:ext uri="{FF2B5EF4-FFF2-40B4-BE49-F238E27FC236}">
                  <a16:creationId xmlns:a16="http://schemas.microsoft.com/office/drawing/2014/main" id="{EC31C6D2-F106-B17F-2EAB-BFE3A443551C}"/>
                </a:ext>
              </a:extLst>
            </p:cNvPr>
            <p:cNvSpPr/>
            <p:nvPr/>
          </p:nvSpPr>
          <p:spPr>
            <a:xfrm>
              <a:off x="1638616" y="3407569"/>
              <a:ext cx="123444" cy="13716"/>
            </a:xfrm>
            <a:custGeom>
              <a:avLst/>
              <a:gdLst>
                <a:gd name="connsiteX0" fmla="*/ 7715 w 123444"/>
                <a:gd name="connsiteY0" fmla="*/ 7715 h 13716"/>
                <a:gd name="connsiteX1" fmla="*/ 118403 w 123444"/>
                <a:gd name="connsiteY1" fmla="*/ 7715 h 13716"/>
              </a:gdLst>
              <a:ahLst/>
              <a:cxnLst>
                <a:cxn ang="0">
                  <a:pos x="connsiteX0" y="connsiteY0"/>
                </a:cxn>
                <a:cxn ang="0">
                  <a:pos x="connsiteX1" y="connsiteY1"/>
                </a:cxn>
              </a:cxnLst>
              <a:rect l="l" t="t" r="r" b="b"/>
              <a:pathLst>
                <a:path w="123444" h="13716">
                  <a:moveTo>
                    <a:pt x="7715" y="7715"/>
                  </a:moveTo>
                  <a:lnTo>
                    <a:pt x="118403" y="7715"/>
                  </a:lnTo>
                </a:path>
              </a:pathLst>
            </a:custGeom>
            <a:ln w="7144" cap="rnd">
              <a:solidFill>
                <a:srgbClr val="FFFFFF"/>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4" name="자유형: 도형 22">
              <a:extLst>
                <a:ext uri="{FF2B5EF4-FFF2-40B4-BE49-F238E27FC236}">
                  <a16:creationId xmlns:a16="http://schemas.microsoft.com/office/drawing/2014/main" id="{D63181A5-276A-089F-D602-B932E3EB90AA}"/>
                </a:ext>
              </a:extLst>
            </p:cNvPr>
            <p:cNvSpPr/>
            <p:nvPr/>
          </p:nvSpPr>
          <p:spPr>
            <a:xfrm>
              <a:off x="1606932" y="3407569"/>
              <a:ext cx="13716" cy="13716"/>
            </a:xfrm>
            <a:custGeom>
              <a:avLst/>
              <a:gdLst>
                <a:gd name="connsiteX0" fmla="*/ 7715 w 13716"/>
                <a:gd name="connsiteY0" fmla="*/ 7715 h 13716"/>
                <a:gd name="connsiteX1" fmla="*/ 15671 w 13716"/>
                <a:gd name="connsiteY1" fmla="*/ 7715 h 13716"/>
              </a:gdLst>
              <a:ahLst/>
              <a:cxnLst>
                <a:cxn ang="0">
                  <a:pos x="connsiteX0" y="connsiteY0"/>
                </a:cxn>
                <a:cxn ang="0">
                  <a:pos x="connsiteX1" y="connsiteY1"/>
                </a:cxn>
              </a:cxnLst>
              <a:rect l="l" t="t" r="r" b="b"/>
              <a:pathLst>
                <a:path w="13716" h="13716">
                  <a:moveTo>
                    <a:pt x="7715" y="7715"/>
                  </a:moveTo>
                  <a:lnTo>
                    <a:pt x="15671" y="7715"/>
                  </a:lnTo>
                </a:path>
              </a:pathLst>
            </a:custGeom>
            <a:ln w="7144" cap="rnd">
              <a:solidFill>
                <a:srgbClr val="FFFFFF"/>
              </a:solidFill>
              <a:prstDash val="solid"/>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5" name="자유형: 도형 23">
              <a:extLst>
                <a:ext uri="{FF2B5EF4-FFF2-40B4-BE49-F238E27FC236}">
                  <a16:creationId xmlns:a16="http://schemas.microsoft.com/office/drawing/2014/main" id="{90302368-9496-1A74-BD08-89B80A93474C}"/>
                </a:ext>
              </a:extLst>
            </p:cNvPr>
            <p:cNvSpPr/>
            <p:nvPr/>
          </p:nvSpPr>
          <p:spPr>
            <a:xfrm>
              <a:off x="1578712" y="3384423"/>
              <a:ext cx="41148" cy="82296"/>
            </a:xfrm>
            <a:custGeom>
              <a:avLst/>
              <a:gdLst>
                <a:gd name="connsiteX0" fmla="*/ 36347 w 41148"/>
                <a:gd name="connsiteY0" fmla="*/ 44577 h 82296"/>
                <a:gd name="connsiteX1" fmla="*/ 23317 w 41148"/>
                <a:gd name="connsiteY1" fmla="*/ 78867 h 82296"/>
                <a:gd name="connsiteX2" fmla="*/ 10287 w 41148"/>
                <a:gd name="connsiteY2" fmla="*/ 44577 h 82296"/>
                <a:gd name="connsiteX3" fmla="*/ 23317 w 41148"/>
                <a:gd name="connsiteY3" fmla="*/ 10287 h 82296"/>
                <a:gd name="connsiteX4" fmla="*/ 36347 w 41148"/>
                <a:gd name="connsiteY4" fmla="*/ 44577 h 82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 h="82296">
                  <a:moveTo>
                    <a:pt x="36347" y="44577"/>
                  </a:moveTo>
                  <a:cubicBezTo>
                    <a:pt x="36347" y="63505"/>
                    <a:pt x="30587" y="78867"/>
                    <a:pt x="23317" y="78867"/>
                  </a:cubicBezTo>
                  <a:cubicBezTo>
                    <a:pt x="16185" y="78867"/>
                    <a:pt x="10287" y="63505"/>
                    <a:pt x="10287" y="44577"/>
                  </a:cubicBezTo>
                  <a:cubicBezTo>
                    <a:pt x="10287" y="25649"/>
                    <a:pt x="16048" y="10287"/>
                    <a:pt x="23317" y="10287"/>
                  </a:cubicBezTo>
                  <a:cubicBezTo>
                    <a:pt x="30450" y="10287"/>
                    <a:pt x="36347" y="25649"/>
                    <a:pt x="36347" y="44577"/>
                  </a:cubicBezTo>
                  <a:close/>
                </a:path>
              </a:pathLst>
            </a:custGeom>
            <a:solidFill>
              <a:srgbClr val="236ADC"/>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6" name="자유형: 도형 24">
              <a:extLst>
                <a:ext uri="{FF2B5EF4-FFF2-40B4-BE49-F238E27FC236}">
                  <a16:creationId xmlns:a16="http://schemas.microsoft.com/office/drawing/2014/main" id="{38D8A46A-3E05-EA2C-0307-680CA34A1289}"/>
                </a:ext>
              </a:extLst>
            </p:cNvPr>
            <p:cNvSpPr/>
            <p:nvPr/>
          </p:nvSpPr>
          <p:spPr>
            <a:xfrm>
              <a:off x="3182523" y="3384423"/>
              <a:ext cx="41148" cy="82296"/>
            </a:xfrm>
            <a:custGeom>
              <a:avLst/>
              <a:gdLst>
                <a:gd name="connsiteX0" fmla="*/ 36347 w 41148"/>
                <a:gd name="connsiteY0" fmla="*/ 44577 h 82296"/>
                <a:gd name="connsiteX1" fmla="*/ 23317 w 41148"/>
                <a:gd name="connsiteY1" fmla="*/ 78867 h 82296"/>
                <a:gd name="connsiteX2" fmla="*/ 10287 w 41148"/>
                <a:gd name="connsiteY2" fmla="*/ 44577 h 82296"/>
                <a:gd name="connsiteX3" fmla="*/ 23317 w 41148"/>
                <a:gd name="connsiteY3" fmla="*/ 10287 h 82296"/>
                <a:gd name="connsiteX4" fmla="*/ 36347 w 41148"/>
                <a:gd name="connsiteY4" fmla="*/ 44577 h 82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8" h="82296">
                  <a:moveTo>
                    <a:pt x="36347" y="44577"/>
                  </a:moveTo>
                  <a:cubicBezTo>
                    <a:pt x="36347" y="63515"/>
                    <a:pt x="30514" y="78867"/>
                    <a:pt x="23317" y="78867"/>
                  </a:cubicBezTo>
                  <a:cubicBezTo>
                    <a:pt x="16121" y="78867"/>
                    <a:pt x="10287" y="63515"/>
                    <a:pt x="10287" y="44577"/>
                  </a:cubicBezTo>
                  <a:cubicBezTo>
                    <a:pt x="10287" y="25639"/>
                    <a:pt x="16121" y="10287"/>
                    <a:pt x="23317" y="10287"/>
                  </a:cubicBezTo>
                  <a:cubicBezTo>
                    <a:pt x="30514" y="10287"/>
                    <a:pt x="36347" y="25639"/>
                    <a:pt x="36347" y="44577"/>
                  </a:cubicBezTo>
                  <a:close/>
                </a:path>
              </a:pathLst>
            </a:custGeom>
            <a:solidFill>
              <a:srgbClr val="236ADC"/>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grpSp>
    </p:spTree>
    <p:extLst>
      <p:ext uri="{BB962C8B-B14F-4D97-AF65-F5344CB8AC3E}">
        <p14:creationId xmlns:p14="http://schemas.microsoft.com/office/powerpoint/2010/main" val="88673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68D53E-48A4-B27C-C392-8043076C6551}"/>
              </a:ext>
            </a:extLst>
          </p:cNvPr>
          <p:cNvSpPr txBox="1"/>
          <p:nvPr/>
        </p:nvSpPr>
        <p:spPr>
          <a:xfrm>
            <a:off x="10241103" y="194659"/>
            <a:ext cx="1363464" cy="454483"/>
          </a:xfrm>
          <a:prstGeom prst="rect">
            <a:avLst/>
          </a:prstGeom>
          <a:noFill/>
        </p:spPr>
        <p:txBody>
          <a:bodyPr wrap="square">
            <a:spAutoFit/>
          </a:bodyPr>
          <a:lstStyle/>
          <a:p>
            <a:pPr marL="0" marR="0" algn="ctr" rtl="1">
              <a:lnSpc>
                <a:spcPct val="150000"/>
              </a:lnSpc>
              <a:spcBef>
                <a:spcPts val="0"/>
              </a:spcBef>
              <a:spcAft>
                <a:spcPts val="800"/>
              </a:spcAft>
            </a:pPr>
            <a:r>
              <a:rPr lang="fa-IR" dirty="0">
                <a:solidFill>
                  <a:schemeClr val="tx1">
                    <a:lumMod val="85000"/>
                    <a:lumOff val="15000"/>
                  </a:schemeClr>
                </a:solidFill>
                <a:latin typeface="+mj-lt"/>
                <a:ea typeface="+mj-ea"/>
                <a:cs typeface="+mj-cs"/>
              </a:rPr>
              <a:t>منابع</a:t>
            </a:r>
            <a:r>
              <a:rPr lang="en-US" dirty="0">
                <a:solidFill>
                  <a:schemeClr val="tx1">
                    <a:lumMod val="85000"/>
                    <a:lumOff val="15000"/>
                  </a:schemeClr>
                </a:solidFill>
                <a:latin typeface="+mj-lt"/>
                <a:ea typeface="+mj-ea"/>
                <a:cs typeface="+mj-cs"/>
              </a:rPr>
              <a:t>:</a:t>
            </a:r>
          </a:p>
        </p:txBody>
      </p:sp>
      <p:sp>
        <p:nvSpPr>
          <p:cNvPr id="4" name="TextBox 3">
            <a:extLst>
              <a:ext uri="{FF2B5EF4-FFF2-40B4-BE49-F238E27FC236}">
                <a16:creationId xmlns:a16="http://schemas.microsoft.com/office/drawing/2014/main" id="{93D654D4-AAEB-53B9-C8EE-6CD08FEB302E}"/>
              </a:ext>
            </a:extLst>
          </p:cNvPr>
          <p:cNvSpPr txBox="1"/>
          <p:nvPr/>
        </p:nvSpPr>
        <p:spPr>
          <a:xfrm>
            <a:off x="895697" y="1018001"/>
            <a:ext cx="6097384" cy="769441"/>
          </a:xfrm>
          <a:prstGeom prst="rect">
            <a:avLst/>
          </a:prstGeom>
          <a:noFill/>
        </p:spPr>
        <p:txBody>
          <a:bodyPr wrap="square">
            <a:spAutoFit/>
          </a:bodyPr>
          <a:lstStyle/>
          <a:p>
            <a:r>
              <a:rPr lang="en-US" sz="1600" dirty="0"/>
              <a:t>Opportunities and risks of internet of things (IoT) technologies for circular business models: A literature review </a:t>
            </a:r>
            <a:r>
              <a:rPr lang="en-US" sz="1200" b="0" i="0" dirty="0">
                <a:solidFill>
                  <a:srgbClr val="006621"/>
                </a:solidFill>
                <a:effectLst/>
                <a:latin typeface="Arial" panose="020B0604020202020204" pitchFamily="34" charset="0"/>
              </a:rPr>
              <a:t>S Ding, </a:t>
            </a:r>
            <a:r>
              <a:rPr lang="en-US" sz="1200" b="0" i="0" dirty="0">
                <a:solidFill>
                  <a:schemeClr val="bg2">
                    <a:lumMod val="25000"/>
                  </a:schemeClr>
                </a:solidFill>
                <a:effectLst/>
                <a:latin typeface="Arial" panose="020B0604020202020204" pitchFamily="34" charset="0"/>
                <a:hlinkClick r:id="rId2">
                  <a:extLst>
                    <a:ext uri="{A12FA001-AC4F-418D-AE19-62706E023703}">
                      <ahyp:hlinkClr xmlns:ahyp="http://schemas.microsoft.com/office/drawing/2018/hyperlinkcolor" val="tx"/>
                    </a:ext>
                  </a:extLst>
                </a:hlinkClick>
              </a:rPr>
              <a:t>A</a:t>
            </a:r>
            <a:r>
              <a:rPr lang="en-US" sz="1200" b="0" i="0" dirty="0">
                <a:solidFill>
                  <a:srgbClr val="FB4A18"/>
                </a:solidFill>
                <a:effectLst/>
                <a:latin typeface="Arial" panose="020B0604020202020204" pitchFamily="34" charset="0"/>
                <a:hlinkClick r:id="rId2">
                  <a:extLst>
                    <a:ext uri="{A12FA001-AC4F-418D-AE19-62706E023703}">
                      <ahyp:hlinkClr xmlns:ahyp="http://schemas.microsoft.com/office/drawing/2018/hyperlinkcolor" val="tx"/>
                    </a:ext>
                  </a:extLst>
                </a:hlinkClick>
              </a:rPr>
              <a:t> </a:t>
            </a:r>
            <a:r>
              <a:rPr lang="en-US" sz="1200" b="0" i="0" dirty="0" err="1">
                <a:solidFill>
                  <a:schemeClr val="bg2">
                    <a:lumMod val="25000"/>
                  </a:schemeClr>
                </a:solidFill>
                <a:effectLst/>
                <a:latin typeface="Arial" panose="020B0604020202020204" pitchFamily="34" charset="0"/>
                <a:hlinkClick r:id="rId2">
                  <a:extLst>
                    <a:ext uri="{A12FA001-AC4F-418D-AE19-62706E023703}">
                      <ahyp:hlinkClr xmlns:ahyp="http://schemas.microsoft.com/office/drawing/2018/hyperlinkcolor" val="tx"/>
                    </a:ext>
                  </a:extLst>
                </a:hlinkClick>
              </a:rPr>
              <a:t>Tukker</a:t>
            </a:r>
            <a:r>
              <a:rPr lang="en-US" sz="1200" b="0" i="0" dirty="0">
                <a:solidFill>
                  <a:srgbClr val="006621"/>
                </a:solidFill>
                <a:effectLst/>
                <a:latin typeface="Arial" panose="020B0604020202020204" pitchFamily="34" charset="0"/>
              </a:rPr>
              <a:t>, H Ward - Journal of environmental management</a:t>
            </a:r>
            <a:endParaRPr lang="en-US" sz="1200" dirty="0"/>
          </a:p>
        </p:txBody>
      </p:sp>
      <p:sp>
        <p:nvSpPr>
          <p:cNvPr id="5" name="Rectangle 1">
            <a:extLst>
              <a:ext uri="{FF2B5EF4-FFF2-40B4-BE49-F238E27FC236}">
                <a16:creationId xmlns:a16="http://schemas.microsoft.com/office/drawing/2014/main" id="{DDF0A6AF-BB6C-FAFA-254A-03D18548AD8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87762460-A1B8-046F-70A0-2E7251FBF430}"/>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F298598F-1BAD-B93A-BE28-0AB2EFD278D6}"/>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213E6C49-1E7F-0FBE-5DB2-4E3EC00F8638}"/>
              </a:ext>
            </a:extLst>
          </p:cNvPr>
          <p:cNvSpPr>
            <a:spLocks noChangeArrowheads="1"/>
          </p:cNvSpPr>
          <p:nvPr/>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4061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2097</TotalTime>
  <Words>3176</Words>
  <Application>Microsoft Office PowerPoint</Application>
  <PresentationFormat>Widescreen</PresentationFormat>
  <Paragraphs>212</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B Titr</vt:lpstr>
      <vt:lpstr>B Titr</vt:lpstr>
      <vt:lpstr>Calibri</vt:lpstr>
      <vt:lpstr>Century Gothic</vt:lpstr>
      <vt:lpstr>ElsevierSans</vt:lpstr>
      <vt:lpstr>Wingdings 3</vt:lpstr>
      <vt:lpstr>Wisp</vt:lpstr>
      <vt:lpstr>PowerPoint Presentation</vt:lpstr>
      <vt:lpstr>PowerPoint Presentation</vt:lpstr>
      <vt:lpstr>در سال های اخیر، مدل های کسب و کار چرخشیCBM (Circular business models)  به یک نیاز اجتناب ناپذیر برای بهبود عملکرد محیطی تبدیل شده است. با این حال ادبیات فعلی کمتر به ارتباط اینترنت اشیا IOT و کسب و کار گردشی CBM می پردازد.در اینجا ابتدا چهار قابلیت اینترنت اشیا شامل نظارت، ردیابی، بهینه سازی و توسعه و تکامل طراحی برای بهبود عملکردCBM بر اساس چارچوب  Resolveرا شناسایی می کند. در مرحله دوم یک مرور سیستماتیک ادبیات با استفاده از رویکردPRISMA  تجزیه و تحلیل می کند که چگونه این قابلیت ها به6R و  CBMاز طریق نقشه ها و چارچوب های رابطه ای کمک می کنند و به ارزیابی تاثیرات IOT بر صرفه جویی انرژی در کسب و کار می پردازد.IOT نقش مهمی در کسب و کار دارد در حالیکه مطالعات کمی برای Exchage Vitualize وRegenerate CBM همچنان مورد نیاز است. </vt:lpstr>
      <vt:lpstr>تاریخچه تولد اینترنت اشیا IOT  از زمان تولد اینترنت در اوایل دهه 1980، تلاش هایی برای اتصال وسایل به اینترنت صورت گرفته است در سال 1990، جان رامکی اولین «دستگاه» اینترنتی را ایجاد کرد، توستری که از طریق اینترنت می‌توانست روشن و خاموش  شود پل سافو اولین گزارش را از شرح سنسورها و نحوه استفاده از آنها در ارتباط بااینترنت در سال 1997 ارائه کرد.   ودر سال 1999 برای توصیف این ارتباط رو به رشد ازحسگرها و دستگاه‌های مشابه که اطلاعات بلادرنگ را از طریق اینترنت در اصطلاح "اینترنت اشیا" توسط کوین اشتون ابداع شد که در بهینه سازی زنجیره تامین کار می کرد و فناوری جدیدی به نام RFID ابداع شد که مبتنی بر شناسایی فرکانس رادیویی بود. برای توصیف این ارتباط رو به رشد ازحسگرها و دستگاه های مشابه استفاده شد  که اطلاعات بلادرنگ را از طریق اینترنت منتقل میکردند،  در سال 2005، اتحادیه بین المللی مخابرات اینترنت اشیا را به عنوان موج سوم صنعت اطلاعات جهان در نظر گرفت در سال 2008، کمیسیون ارتباطات فدرال استفاده از "طیف فضای سفید" را تایید کرد (سورش و همکاران، 2014). بعدها غول‌های فناوری اطلاعات مانند سیسکو، آی‌بی‌ام و اریکسون به آموزش‌های زیادی پرداختند ابتکارات تجاری با اینترنت اشیا برخی از کشورها، مانند چین، این فهرست را ذکر کرده اند اینترنت اشیا به عنوان یک فناوری نوظهور استراتژیک در برنامه های بلندمدت آنهاقرار گرفت </vt:lpstr>
      <vt:lpstr>IOT رابطه بین</vt:lpstr>
      <vt:lpstr>از طریق نظارت بر زمان واقعی موجودی منابع و به حداقل رساندن ضایعات تشخیص طول عمر محصول در نتیجه استفاده مجدد و بازیافت مواد فرآیندها را می توان بهینه کرد. به طور خلاصه، اینترنت اشیاء باعث ارتقاء بسیار دقیق نرخ، استفاده کارآمد و صحیح از منابع با هدف تغییر ازپارادایم یکبار مصرف به منابع تجدیدپذیر را باعث می گردد.        2. بررسی رویکرد Prisma   معرفی پریسما( راحت کردن ارتباط با دیتابیس های رابطه ای) در ژوئن 2022، ما جستجوی ادبیات را بر اساس چک لیست انجام دادیم چارچوب ارائه شده توسط دستورالعمل های  Prisma-P (موهر و همکاران، 2015). Prisma در ابتدا در زمینه پزشکی مورد استفاده قرار گرفت. اگرچه روش های دیگر برای انجام مرور ادبیات و متاآنالیز در دسترس است.</vt:lpstr>
      <vt:lpstr>چکیده 2020 (Page et al., 2021a,b) پیشنهاد می کند در 5 مورد اصلی ارتباط با 10 زیرمجموعه در یک بررسی بحث شود. به موارد چک لیست اشاره می کنیم جدول 1 :مراحل اصلی prisma  در جدول زیر فهرست شده است.   </vt:lpstr>
      <vt:lpstr>این دسته‌ها اهداف جستجو و معیارهای واجد شرایط بودن را توضیح می‌دهند، از جمله روش‌ها و دلایل گنجاندن و حذف برخی سوابق (مانند برخی از مقالات)حاوی کلمات کلیدی بررسی شده نیستند، اما دارای کلمات کلیدی با معانی مشابه هستند، برخی از مقالات حاوی کلمات کلیدی هستند اما آنها را با جزئیات توضیح نمی دهند). دوم، آن مراحل تجزیه و تحلیل کمی را توصیف می کند که شامل جمع آوری داده ها از نشریات منتخب و هماهنگ کردن مقادیر آنها است. بر اساس این چارچوب، این بررسی ادبیات انجام شد. </vt:lpstr>
      <vt:lpstr>جدول 2 :توضیح شش مدل کسب و کار در چارچوب ReSOLVE. </vt:lpstr>
      <vt:lpstr>جدول 3  : قابلیت های اینترنت اشیا که می تواند از اجرای چارچوب ReSOLVE پشتیبانی کند </vt:lpstr>
      <vt:lpstr>شکل 4. تقسیم مقالات به 6 دسته ReSOLVE مشاغل CE مدل های کسب و کار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c:creator>
  <cp:lastModifiedBy>M</cp:lastModifiedBy>
  <cp:revision>27</cp:revision>
  <dcterms:created xsi:type="dcterms:W3CDTF">2024-06-09T18:05:06Z</dcterms:created>
  <dcterms:modified xsi:type="dcterms:W3CDTF">2024-06-12T20:49:14Z</dcterms:modified>
</cp:coreProperties>
</file>